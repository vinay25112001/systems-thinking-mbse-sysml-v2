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p>
          <a:p>
            <a:r>
              <a:rPr lang="en-US" dirty="0"/>
              <a:t/>
            </a:r>
          </a:p>
          <a:p>
            <a:r>
              <a:rPr lang="en-US" dirty="0"/>
              <a:t/>
            </a:r>
          </a:p>
          <a:p>
            <a:endParaRPr lang="en-US" dirty="0"/>
          </a:p>
          <a:p>
            <a:r>
              <a:rPr lang="en-US" dirty="0" b="1"/>
              <a:t/>
            </a:r>
          </a:p>
          <a:p>
            <a:r>
              <a:rPr lang="en-US" dirty="0"/>
              <a:t/>
            </a:r>
          </a:p>
          <a:p>
            <a:r>
              <a:rPr lang="en-US" dirty="0"/>
              <a:t/>
            </a:r>
          </a:p>
          <a:p>
            <a:endParaRPr lang="en-US" dirty="0"/>
          </a:p>
          <a:p>
            <a:r>
              <a:rPr lang="en-US" dirty="0" b="1"/>
              <a:t/>
            </a:r>
            <a:r>
              <a:rPr lang="en-US" dirty="0"/>
              <a:t/>
            </a:r>
          </a:p>
          <a:p>
            <a:endParaRPr lang="en-US" dirty="0"/>
          </a:p>
          <a:p>
            <a:r>
              <a:rPr lang="en-US" dirty="0" b="1"/>
              <a:t/>
            </a:r>
          </a:p>
          <a:p>
            <a:r>
              <a:rPr lang="en-US" dirty="0"/>
              <a:t/>
            </a:r>
          </a:p>
          <a:p>
            <a:endParaRPr lang="en-US" dirty="0"/>
          </a:p>
          <a:p>
            <a:r>
              <a:rPr lang="en-US" dirty="0" b="1"/>
              <a:t/>
            </a:r>
          </a:p>
          <a:p>
            <a:r>
              <a:rPr lang="en-US" dirty="0"/>
              <a:t/>
            </a:r>
          </a:p>
          <a:p>
            <a:endParaRPr lang="en-US" dirty="0"/>
          </a:p>
          <a:p>
            <a:r>
              <a:rPr lang="en-US" dirty="0" b="1"/>
              <a:t/>
            </a:r>
            <a:r>
              <a:rPr lang="en-US" dirty="0"/>
              <a:t/>
            </a:r>
          </a:p>
        </p:txBody>
      </p:sp>
      <p:sp>
        <p:nvSpPr>
          <p:cNvPr id="4" name="Slide Number Placeholder 3"/>
          <p:cNvSpPr>
            <a:spLocks noGrp="1"/>
          </p:cNvSpPr>
          <p:nvPr>
            <p:ph type="sldNum" sz="quarter" idx="10"/>
          </p:nvPr>
        </p:nvSpPr>
        <p:spPr/>
        <p:txBody>
          <a:bodyPr/>
          <a:lstStyle/>
          <a:p>
            <a:fld id="{F7021451-1387-4CA6-816F-3879F97B5CBC}" type="slidenum">
              <a:rPr lang="en-US"/>
              <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p>
          <a:p>
            <a:r>
              <a:rPr lang="en-US" dirty="0"/>
              <a:t/>
            </a:r>
          </a:p>
          <a:p>
            <a:r>
              <a:rPr lang="en-US" dirty="0"/>
              <a:t/>
            </a:r>
          </a:p>
          <a:p>
            <a:endParaRPr lang="en-US" dirty="0"/>
          </a:p>
          <a:p>
            <a:r>
              <a:rPr lang="en-US" dirty="0" b="1"/>
              <a:t/>
            </a:r>
          </a:p>
          <a:p>
            <a:r>
              <a:rPr lang="en-US" dirty="0"/>
              <a:t/>
            </a:r>
          </a:p>
          <a:p>
            <a:r>
              <a:rPr lang="en-US" dirty="0"/>
              <a:t/>
            </a:r>
          </a:p>
          <a:p>
            <a:r>
              <a:rPr lang="en-US" dirty="0"/>
              <a:t/>
            </a:r>
          </a:p>
          <a:p>
            <a:endParaRPr lang="en-US" dirty="0"/>
          </a:p>
          <a:p>
            <a:r>
              <a:rPr lang="en-US" dirty="0" b="1"/>
              <a:t/>
            </a:r>
            <a:r>
              <a:rPr lang="en-US" dirty="0"/>
              <a:t/>
            </a:r>
          </a:p>
          <a:p>
            <a:endParaRPr lang="en-US" dirty="0"/>
          </a:p>
          <a:p>
            <a:r>
              <a:rPr lang="en-US" dirty="0" b="1"/>
              <a:t/>
            </a:r>
          </a:p>
          <a:p>
            <a:r>
              <a:rPr lang="en-US" dirty="0"/>
              <a:t/>
            </a:r>
          </a:p>
          <a:p>
            <a:endParaRPr lang="en-US" dirty="0"/>
          </a:p>
          <a:p>
            <a:r>
              <a:rPr lang="en-US" dirty="0" b="1"/>
              <a:t/>
            </a:r>
          </a:p>
          <a:p>
            <a:r>
              <a:rPr lang="en-US" dirty="0"/>
              <a:t/>
            </a:r>
          </a:p>
          <a:p>
            <a:endParaRPr lang="en-US" dirty="0"/>
          </a:p>
          <a:p>
            <a:r>
              <a:rPr lang="en-US" dirty="0" b="1"/>
              <a:t/>
            </a:r>
            <a:r>
              <a:rPr lang="en-US" dirty="0"/>
              <a:t/>
            </a:r>
          </a:p>
        </p:txBody>
      </p:sp>
      <p:sp>
        <p:nvSpPr>
          <p:cNvPr id="4" name="Slide Number Placeholder 3"/>
          <p:cNvSpPr>
            <a:spLocks noGrp="1"/>
          </p:cNvSpPr>
          <p:nvPr>
            <p:ph type="sldNum" sz="quarter" idx="10"/>
          </p:nvPr>
        </p:nvSpPr>
        <p:spPr/>
        <p:txBody>
          <a:bodyPr/>
          <a:lstStyle/>
          <a:p>
            <a:fld id="{F7021451-1387-4CA6-816F-3879F97B5CBC}" type="slidenum">
              <a:rPr lang="en-US"/>
              <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p>
          <a:p>
            <a:r>
              <a:rPr lang="en-US" dirty="0"/>
              <a:t/>
            </a:r>
          </a:p>
          <a:p>
            <a:r>
              <a:rPr lang="en-US" dirty="0"/>
              <a:t/>
            </a:r>
          </a:p>
          <a:p>
            <a:endParaRPr lang="en-US" dirty="0"/>
          </a:p>
          <a:p>
            <a:r>
              <a:rPr lang="en-US" dirty="0" b="1"/>
              <a:t/>
            </a:r>
          </a:p>
          <a:p>
            <a:r>
              <a:rPr lang="en-US" dirty="0"/>
              <a:t/>
            </a:r>
          </a:p>
          <a:p>
            <a:r>
              <a:rPr lang="en-US" dirty="0"/>
              <a:t/>
            </a:r>
          </a:p>
          <a:p>
            <a:endParaRPr lang="en-US" dirty="0"/>
          </a:p>
          <a:p>
            <a:r>
              <a:rPr lang="en-US" dirty="0" b="1"/>
              <a:t/>
            </a:r>
            <a:r>
              <a:rPr lang="en-US" dirty="0"/>
              <a:t/>
            </a:r>
          </a:p>
          <a:p>
            <a:endParaRPr lang="en-US" dirty="0"/>
          </a:p>
          <a:p>
            <a:r>
              <a:rPr lang="en-US" dirty="0" b="1"/>
              <a:t/>
            </a:r>
            <a:r>
              <a:rPr lang="en-US" dirty="0"/>
              <a:t/>
            </a:r>
          </a:p>
          <a:p>
            <a:endParaRPr lang="en-US" dirty="0"/>
          </a:p>
          <a:p>
            <a:r>
              <a:rPr lang="en-US" dirty="0" b="1"/>
              <a:t/>
            </a:r>
          </a:p>
          <a:p>
            <a:r>
              <a:rPr lang="en-US" dirty="0"/>
              <a:t/>
            </a:r>
          </a:p>
          <a:p>
            <a:endParaRPr lang="en-US" dirty="0"/>
          </a:p>
          <a:p>
            <a:r>
              <a:rPr lang="en-US" dirty="0" b="1"/>
              <a:t/>
            </a:r>
            <a:r>
              <a:rPr lang="en-US" dirty="0"/>
              <a:t/>
            </a:r>
          </a:p>
        </p:txBody>
      </p:sp>
      <p:sp>
        <p:nvSpPr>
          <p:cNvPr id="4" name="Slide Number Placeholder 3"/>
          <p:cNvSpPr>
            <a:spLocks noGrp="1"/>
          </p:cNvSpPr>
          <p:nvPr>
            <p:ph type="sldNum" sz="quarter" idx="10"/>
          </p:nvPr>
        </p:nvSpPr>
        <p:spPr/>
        <p:txBody>
          <a:bodyPr/>
          <a:lstStyle/>
          <a:p>
            <a:fld id="{F7021451-1387-4CA6-816F-3879F97B5CBC}" type="slidenum">
              <a:rPr lang="en-US"/>
              <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p>
          <a:p>
            <a:r>
              <a:rPr lang="en-US" dirty="0"/>
              <a:t/>
            </a:r>
          </a:p>
          <a:p>
            <a:r>
              <a:rPr lang="en-US" dirty="0"/>
              <a:t/>
            </a:r>
          </a:p>
          <a:p>
            <a:endParaRPr lang="en-US" dirty="0"/>
          </a:p>
          <a:p>
            <a:r>
              <a:rPr lang="en-US" dirty="0" b="1"/>
              <a:t/>
            </a:r>
          </a:p>
          <a:p>
            <a:r>
              <a:rPr lang="en-US" dirty="0"/>
              <a:t/>
            </a:r>
          </a:p>
          <a:p>
            <a:r>
              <a:rPr lang="en-US" dirty="0"/>
              <a:t/>
            </a:r>
          </a:p>
          <a:p>
            <a:r>
              <a:rPr lang="en-US" dirty="0"/>
              <a:t/>
            </a:r>
          </a:p>
          <a:p>
            <a:endParaRPr lang="en-US" dirty="0"/>
          </a:p>
          <a:p>
            <a:r>
              <a:rPr lang="en-US" dirty="0" b="1"/>
              <a:t/>
            </a:r>
            <a:r>
              <a:rPr lang="en-US" dirty="0"/>
              <a:t/>
            </a:r>
          </a:p>
          <a:p>
            <a:endParaRPr lang="en-US" dirty="0"/>
          </a:p>
          <a:p>
            <a:r>
              <a:rPr lang="en-US" dirty="0" b="1"/>
              <a:t/>
            </a:r>
          </a:p>
          <a:p>
            <a:r>
              <a:rPr lang="en-US" dirty="0"/>
              <a:t/>
            </a:r>
          </a:p>
          <a:p>
            <a:endParaRPr lang="en-US" dirty="0"/>
          </a:p>
          <a:p>
            <a:r>
              <a:rPr lang="en-US" dirty="0" b="1"/>
              <a:t/>
            </a:r>
            <a:r>
              <a:rPr lang="en-US" dirty="0"/>
              <a:t/>
            </a:r>
          </a:p>
          <a:p>
            <a:endParaRPr lang="en-US" dirty="0"/>
          </a:p>
          <a:p>
            <a:r>
              <a:rPr lang="en-US" dirty="0" b="1"/>
              <a:t/>
            </a:r>
          </a:p>
          <a:p>
            <a:r>
              <a:rPr lang="en-US" dirty="0"/>
              <a:t/>
            </a:r>
          </a:p>
          <a:p>
            <a:r>
              <a:rPr lang="en-US" dirty="0"/>
              <a:t/>
            </a:r>
          </a:p>
        </p:txBody>
      </p:sp>
      <p:sp>
        <p:nvSpPr>
          <p:cNvPr id="4" name="Slide Number Placeholder 3"/>
          <p:cNvSpPr>
            <a:spLocks noGrp="1"/>
          </p:cNvSpPr>
          <p:nvPr>
            <p:ph type="sldNum" sz="quarter" idx="10"/>
          </p:nvPr>
        </p:nvSpPr>
        <p:spPr/>
        <p:txBody>
          <a:bodyPr/>
          <a:lstStyle/>
          <a:p>
            <a:fld id="{F7021451-1387-4CA6-816F-3879F97B5CBC}" type="slidenum">
              <a:rPr lang="en-US"/>
              <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p>
          <a:p>
            <a:r>
              <a:rPr lang="en-US" dirty="0"/>
              <a:t/>
            </a:r>
          </a:p>
          <a:p>
            <a:r>
              <a:rPr lang="en-US" dirty="0"/>
              <a:t/>
            </a:r>
          </a:p>
          <a:p>
            <a:endParaRPr lang="en-US" dirty="0"/>
          </a:p>
          <a:p>
            <a:r>
              <a:rPr lang="en-US" dirty="0" b="1"/>
              <a:t/>
            </a:r>
          </a:p>
          <a:p>
            <a:r>
              <a:rPr lang="en-US" dirty="0"/>
              <a:t/>
            </a:r>
          </a:p>
          <a:p>
            <a:r>
              <a:rPr lang="en-US" dirty="0"/>
              <a:t/>
            </a:r>
          </a:p>
          <a:p>
            <a:r>
              <a:rPr lang="en-US" dirty="0"/>
              <a:t/>
            </a:r>
          </a:p>
          <a:p>
            <a:endParaRPr lang="en-US" dirty="0"/>
          </a:p>
          <a:p>
            <a:r>
              <a:rPr lang="en-US" dirty="0" b="1"/>
              <a:t/>
            </a:r>
            <a:r>
              <a:rPr lang="en-US" dirty="0"/>
              <a:t/>
            </a:r>
          </a:p>
          <a:p>
            <a:endParaRPr lang="en-US" dirty="0"/>
          </a:p>
          <a:p>
            <a:r>
              <a:rPr lang="en-US" dirty="0" b="1"/>
              <a:t/>
            </a:r>
            <a:r>
              <a:rPr lang="en-US" dirty="0"/>
              <a:t/>
            </a:r>
          </a:p>
          <a:p>
            <a:endParaRPr lang="en-US" dirty="0"/>
          </a:p>
          <a:p>
            <a:r>
              <a:rPr lang="en-US" dirty="0" b="1"/>
              <a:t/>
            </a:r>
          </a:p>
          <a:p>
            <a:r>
              <a:rPr lang="en-US" dirty="0"/>
              <a:t/>
            </a:r>
          </a:p>
          <a:p>
            <a:endParaRPr lang="en-US" dirty="0"/>
          </a:p>
          <a:p>
            <a:r>
              <a:rPr lang="en-US" dirty="0" b="1"/>
              <a:t/>
            </a:r>
            <a:r>
              <a:rPr lang="en-US" dirty="0"/>
              <a:t/>
            </a:r>
          </a:p>
        </p:txBody>
      </p:sp>
      <p:sp>
        <p:nvSpPr>
          <p:cNvPr id="4" name="Slide Number Placeholder 3"/>
          <p:cNvSpPr>
            <a:spLocks noGrp="1"/>
          </p:cNvSpPr>
          <p:nvPr>
            <p:ph type="sldNum" sz="quarter" idx="10"/>
          </p:nvPr>
        </p:nvSpPr>
        <p:spPr/>
        <p:txBody>
          <a:bodyPr/>
          <a:lstStyle/>
          <a:p>
            <a:fld id="{F7021451-1387-4CA6-816F-3879F97B5CBC}" type="slidenum">
              <a:rPr lang="en-US"/>
              <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p>
          <a:p>
            <a:r>
              <a:rPr lang="en-US" dirty="0"/>
              <a:t/>
            </a:r>
          </a:p>
          <a:p>
            <a:r>
              <a:rPr lang="en-US" dirty="0"/>
              <a:t/>
            </a:r>
          </a:p>
          <a:p>
            <a:endParaRPr lang="en-US" dirty="0"/>
          </a:p>
          <a:p>
            <a:r>
              <a:rPr lang="en-US" dirty="0" b="1"/>
              <a:t/>
            </a:r>
          </a:p>
          <a:p>
            <a:r>
              <a:rPr lang="en-US" dirty="0"/>
              <a:t/>
            </a:r>
          </a:p>
          <a:p>
            <a:r>
              <a:rPr lang="en-US" dirty="0"/>
              <a:t/>
            </a:r>
          </a:p>
          <a:p>
            <a:r>
              <a:rPr lang="en-US" dirty="0"/>
              <a:t/>
            </a:r>
          </a:p>
          <a:p>
            <a:endParaRPr lang="en-US" dirty="0"/>
          </a:p>
          <a:p>
            <a:r>
              <a:rPr lang="en-US" dirty="0" b="1"/>
              <a:t/>
            </a:r>
            <a:r>
              <a:rPr lang="en-US" dirty="0"/>
              <a:t/>
            </a:r>
          </a:p>
          <a:p>
            <a:endParaRPr lang="en-US" dirty="0"/>
          </a:p>
          <a:p>
            <a:r>
              <a:rPr lang="en-US" dirty="0" b="1"/>
              <a:t/>
            </a:r>
          </a:p>
          <a:p>
            <a:r>
              <a:rPr lang="en-US" dirty="0"/>
              <a:t/>
            </a:r>
          </a:p>
          <a:p>
            <a:endParaRPr lang="en-US" dirty="0"/>
          </a:p>
          <a:p>
            <a:r>
              <a:rPr lang="en-US" dirty="0" b="1"/>
              <a:t/>
            </a:r>
            <a:r>
              <a:rPr lang="en-US" dirty="0"/>
              <a:t/>
            </a:r>
          </a:p>
          <a:p>
            <a:endParaRPr lang="en-US" dirty="0"/>
          </a:p>
          <a:p>
            <a:r>
              <a:rPr lang="en-US" dirty="0" b="1"/>
              <a:t/>
            </a:r>
          </a:p>
          <a:p>
            <a:r>
              <a:rPr lang="en-US" dirty="0"/>
              <a:t/>
            </a:r>
          </a:p>
          <a:p>
            <a:r>
              <a:rPr lang="en-US" dirty="0"/>
              <a:t/>
            </a:r>
          </a:p>
        </p:txBody>
      </p:sp>
      <p:sp>
        <p:nvSpPr>
          <p:cNvPr id="4" name="Slide Number Placeholder 3"/>
          <p:cNvSpPr>
            <a:spLocks noGrp="1"/>
          </p:cNvSpPr>
          <p:nvPr>
            <p:ph type="sldNum" sz="quarter" idx="10"/>
          </p:nvPr>
        </p:nvSpPr>
        <p:spPr/>
        <p:txBody>
          <a:bodyPr/>
          <a:lstStyle/>
          <a:p>
            <a:fld id="{F7021451-1387-4CA6-816F-3879F97B5CBC}" type="slidenum">
              <a:rPr lang="en-US"/>
              <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p>
          <a:p>
            <a:r>
              <a:rPr lang="en-US" dirty="0"/>
              <a:t/>
            </a:r>
          </a:p>
          <a:p>
            <a:r>
              <a:rPr lang="en-US" dirty="0"/>
              <a:t/>
            </a:r>
          </a:p>
          <a:p>
            <a:endParaRPr lang="en-US" dirty="0"/>
          </a:p>
          <a:p>
            <a:r>
              <a:rPr lang="en-US" dirty="0" b="1"/>
              <a:t/>
            </a:r>
          </a:p>
          <a:p>
            <a:r>
              <a:rPr lang="en-US" dirty="0"/>
              <a:t/>
            </a:r>
          </a:p>
          <a:p>
            <a:r>
              <a:rPr lang="en-US" dirty="0"/>
              <a:t/>
            </a:r>
          </a:p>
          <a:p>
            <a:r>
              <a:rPr lang="en-US" dirty="0"/>
              <a:t/>
            </a:r>
          </a:p>
          <a:p>
            <a:endParaRPr lang="en-US" dirty="0"/>
          </a:p>
          <a:p>
            <a:r>
              <a:rPr lang="en-US" dirty="0" b="1"/>
              <a:t/>
            </a:r>
            <a:r>
              <a:rPr lang="en-US" dirty="0"/>
              <a:t/>
            </a:r>
          </a:p>
          <a:p>
            <a:endParaRPr lang="en-US" dirty="0"/>
          </a:p>
          <a:p>
            <a:r>
              <a:rPr lang="en-US" dirty="0" b="1"/>
              <a:t/>
            </a:r>
            <a:r>
              <a:rPr lang="en-US" dirty="0"/>
              <a:t/>
            </a:r>
          </a:p>
          <a:p>
            <a:endParaRPr lang="en-US" dirty="0"/>
          </a:p>
          <a:p>
            <a:r>
              <a:rPr lang="en-US" dirty="0" b="1"/>
              <a:t/>
            </a:r>
          </a:p>
          <a:p>
            <a:r>
              <a:rPr lang="en-US" dirty="0"/>
              <a:t/>
            </a:r>
          </a:p>
          <a:p>
            <a:endParaRPr lang="en-US" dirty="0"/>
          </a:p>
          <a:p>
            <a:r>
              <a:rPr lang="en-US" dirty="0" b="1"/>
              <a:t/>
            </a:r>
            <a:r>
              <a:rPr lang="en-US" dirty="0"/>
              <a:t/>
            </a:r>
          </a:p>
          <a:p>
            <a:endParaRPr lang="en-US" dirty="0"/>
          </a:p>
          <a:p>
            <a:r>
              <a:rPr lang="en-US" dirty="0" b="1"/>
              <a:t/>
            </a:r>
          </a:p>
          <a:p>
            <a:r>
              <a:rPr lang="en-US" dirty="0"/>
              <a:t/>
            </a:r>
          </a:p>
          <a:p>
            <a:r>
              <a:rPr lang="en-US" dirty="0"/>
              <a:t/>
            </a:r>
          </a:p>
        </p:txBody>
      </p:sp>
      <p:sp>
        <p:nvSpPr>
          <p:cNvPr id="4" name="Slide Number Placeholder 3"/>
          <p:cNvSpPr>
            <a:spLocks noGrp="1"/>
          </p:cNvSpPr>
          <p:nvPr>
            <p:ph type="sldNum" sz="quarter" idx="10"/>
          </p:nvPr>
        </p:nvSpPr>
        <p:spPr/>
        <p:txBody>
          <a:bodyPr/>
          <a:lstStyle/>
          <a:p>
            <a:fld id="{F7021451-1387-4CA6-816F-3879F97B5CBC}" type="slidenum">
              <a:rPr lang="en-US"/>
              <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p>
          <a:p>
            <a:r>
              <a:rPr lang="en-US" dirty="0"/>
              <a:t/>
            </a:r>
          </a:p>
          <a:p>
            <a:r>
              <a:rPr lang="en-US" dirty="0"/>
              <a:t/>
            </a:r>
          </a:p>
          <a:p>
            <a:endParaRPr lang="en-US" dirty="0"/>
          </a:p>
          <a:p>
            <a:r>
              <a:rPr lang="en-US" dirty="0" b="1"/>
              <a:t/>
            </a:r>
          </a:p>
          <a:p>
            <a:r>
              <a:rPr lang="en-US" dirty="0"/>
              <a:t/>
            </a:r>
          </a:p>
          <a:p>
            <a:r>
              <a:rPr lang="en-US" dirty="0"/>
              <a:t/>
            </a:r>
          </a:p>
          <a:p>
            <a:r>
              <a:rPr lang="en-US" dirty="0"/>
              <a:t/>
            </a:r>
          </a:p>
          <a:p>
            <a:r>
              <a:rPr lang="en-US" dirty="0"/>
              <a:t/>
            </a:r>
          </a:p>
          <a:p>
            <a:endParaRPr lang="en-US" dirty="0"/>
          </a:p>
          <a:p>
            <a:r>
              <a:rPr lang="en-US" dirty="0" b="1"/>
              <a:t/>
            </a:r>
            <a:r>
              <a:rPr lang="en-US" dirty="0"/>
              <a:t/>
            </a:r>
          </a:p>
          <a:p>
            <a:endParaRPr lang="en-US" dirty="0"/>
          </a:p>
          <a:p>
            <a:r>
              <a:rPr lang="en-US" dirty="0" b="1"/>
              <a:t/>
            </a:r>
          </a:p>
          <a:p>
            <a:r>
              <a:rPr lang="en-US" dirty="0"/>
              <a:t/>
            </a:r>
          </a:p>
          <a:p>
            <a:endParaRPr lang="en-US" dirty="0"/>
          </a:p>
          <a:p>
            <a:r>
              <a:rPr lang="en-US" dirty="0" b="1"/>
              <a:t/>
            </a:r>
            <a:r>
              <a:rPr lang="en-US" dirty="0"/>
              <a:t/>
            </a:r>
          </a:p>
          <a:p>
            <a:endParaRPr lang="en-US" dirty="0"/>
          </a:p>
          <a:p>
            <a:r>
              <a:rPr lang="en-US" dirty="0" b="1"/>
              <a:t/>
            </a:r>
          </a:p>
          <a:p>
            <a:r>
              <a:rPr lang="en-US" dirty="0"/>
              <a:t/>
            </a:r>
          </a:p>
        </p:txBody>
      </p:sp>
      <p:sp>
        <p:nvSpPr>
          <p:cNvPr id="4" name="Slide Number Placeholder 3"/>
          <p:cNvSpPr>
            <a:spLocks noGrp="1"/>
          </p:cNvSpPr>
          <p:nvPr>
            <p:ph type="sldNum" sz="quarter" idx="10"/>
          </p:nvPr>
        </p:nvSpPr>
        <p:spPr/>
        <p:txBody>
          <a:bodyPr/>
          <a:lstStyle/>
          <a:p>
            <a:fld id="{F7021451-1387-4CA6-816F-3879F97B5CBC}" type="slidenum">
              <a:rPr lang="en-US"/>
              <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p>
          <a:p>
            <a:r>
              <a:rPr lang="en-US" dirty="0"/>
              <a:t/>
            </a:r>
          </a:p>
          <a:p>
            <a:r>
              <a:rPr lang="en-US" dirty="0"/>
              <a:t/>
            </a:r>
          </a:p>
          <a:p>
            <a:endParaRPr lang="en-US" dirty="0"/>
          </a:p>
          <a:p>
            <a:r>
              <a:rPr lang="en-US" dirty="0" b="1"/>
              <a:t/>
            </a:r>
          </a:p>
          <a:p>
            <a:r>
              <a:rPr lang="en-US" dirty="0"/>
              <a:t/>
            </a:r>
          </a:p>
          <a:p>
            <a:r>
              <a:rPr lang="en-US" dirty="0"/>
              <a:t/>
            </a:r>
          </a:p>
          <a:p>
            <a:r>
              <a:rPr lang="en-US" dirty="0"/>
              <a:t/>
            </a:r>
          </a:p>
          <a:p>
            <a:endParaRPr lang="en-US" dirty="0"/>
          </a:p>
          <a:p>
            <a:r>
              <a:rPr lang="en-US" dirty="0" b="1"/>
              <a:t/>
            </a:r>
            <a:r>
              <a:rPr lang="en-US" dirty="0"/>
              <a:t/>
            </a:r>
          </a:p>
          <a:p>
            <a:endParaRPr lang="en-US" dirty="0"/>
          </a:p>
          <a:p>
            <a:r>
              <a:rPr lang="en-US" dirty="0" b="1"/>
              <a:t/>
            </a:r>
            <a:r>
              <a:rPr lang="en-US" dirty="0"/>
              <a:t/>
            </a:r>
          </a:p>
          <a:p>
            <a:endParaRPr lang="en-US" dirty="0"/>
          </a:p>
          <a:p>
            <a:r>
              <a:rPr lang="en-US" dirty="0" b="1"/>
              <a:t/>
            </a:r>
          </a:p>
          <a:p>
            <a:r>
              <a:rPr lang="en-US" dirty="0"/>
              <a:t/>
            </a:r>
          </a:p>
          <a:p>
            <a:endParaRPr lang="en-US" dirty="0"/>
          </a:p>
          <a:p>
            <a:r>
              <a:rPr lang="en-US" dirty="0" b="1"/>
              <a:t/>
            </a:r>
            <a:r>
              <a:rPr lang="en-US" dirty="0"/>
              <a:t/>
            </a:r>
          </a:p>
          <a:p>
            <a:endParaRPr lang="en-US" dirty="0"/>
          </a:p>
          <a:p>
            <a:r>
              <a:rPr lang="en-US" dirty="0" b="1"/>
              <a:t/>
            </a:r>
          </a:p>
          <a:p>
            <a:r>
              <a:rPr lang="en-US" dirty="0"/>
              <a:t/>
            </a:r>
          </a:p>
        </p:txBody>
      </p:sp>
      <p:sp>
        <p:nvSpPr>
          <p:cNvPr id="4" name="Slide Number Placeholder 3"/>
          <p:cNvSpPr>
            <a:spLocks noGrp="1"/>
          </p:cNvSpPr>
          <p:nvPr>
            <p:ph type="sldNum" sz="quarter" idx="10"/>
          </p:nvPr>
        </p:nvSpPr>
        <p:spPr/>
        <p:txBody>
          <a:bodyPr/>
          <a:lstStyle/>
          <a:p>
            <a:fld id="{F7021451-1387-4CA6-816F-3879F97B5CBC}" type="slidenum">
              <a:rPr lang="en-US"/>
              <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p>
          <a:p>
            <a:r>
              <a:rPr lang="en-US" dirty="0"/>
              <a:t/>
            </a:r>
          </a:p>
          <a:p>
            <a:r>
              <a:rPr lang="en-US" dirty="0"/>
              <a:t/>
            </a:r>
          </a:p>
          <a:p>
            <a:endParaRPr lang="en-US" dirty="0"/>
          </a:p>
          <a:p>
            <a:r>
              <a:rPr lang="en-US" dirty="0" b="1"/>
              <a:t/>
            </a:r>
          </a:p>
          <a:p>
            <a:r>
              <a:rPr lang="en-US" dirty="0"/>
              <a:t/>
            </a:r>
          </a:p>
          <a:p>
            <a:r>
              <a:rPr lang="en-US" dirty="0"/>
              <a:t/>
            </a:r>
          </a:p>
          <a:p>
            <a:r>
              <a:rPr lang="en-US" dirty="0"/>
              <a:t/>
            </a:r>
          </a:p>
          <a:p>
            <a:endParaRPr lang="en-US" dirty="0"/>
          </a:p>
          <a:p>
            <a:r>
              <a:rPr lang="en-US" dirty="0" b="1"/>
              <a:t/>
            </a:r>
            <a:r>
              <a:rPr lang="en-US" dirty="0"/>
              <a:t/>
            </a:r>
          </a:p>
          <a:p>
            <a:endParaRPr lang="en-US" dirty="0"/>
          </a:p>
          <a:p>
            <a:r>
              <a:rPr lang="en-US" dirty="0" b="1"/>
              <a:t/>
            </a:r>
          </a:p>
          <a:p>
            <a:r>
              <a:rPr lang="en-US" dirty="0"/>
              <a:t/>
            </a:r>
          </a:p>
          <a:p>
            <a:endParaRPr lang="en-US" dirty="0"/>
          </a:p>
          <a:p>
            <a:r>
              <a:rPr lang="en-US" dirty="0" b="1"/>
              <a:t/>
            </a:r>
            <a:r>
              <a:rPr lang="en-US" dirty="0"/>
              <a:t/>
            </a:r>
          </a:p>
          <a:p>
            <a:endParaRPr lang="en-US" dirty="0"/>
          </a:p>
          <a:p>
            <a:r>
              <a:rPr lang="en-US" dirty="0" b="1"/>
              <a:t/>
            </a:r>
          </a:p>
          <a:p>
            <a:r>
              <a:rPr lang="en-US" dirty="0"/>
              <a:t/>
            </a:r>
          </a:p>
          <a:p>
            <a:r>
              <a:rPr lang="en-US" dirty="0"/>
              <a:t/>
            </a:r>
          </a:p>
        </p:txBody>
      </p:sp>
      <p:sp>
        <p:nvSpPr>
          <p:cNvPr id="4" name="Slide Number Placeholder 3"/>
          <p:cNvSpPr>
            <a:spLocks noGrp="1"/>
          </p:cNvSpPr>
          <p:nvPr>
            <p:ph type="sldNum" sz="quarter" idx="10"/>
          </p:nvPr>
        </p:nvSpPr>
        <p:spPr/>
        <p:txBody>
          <a:bodyPr/>
          <a:lstStyle/>
          <a:p>
            <a:fld id="{F7021451-1387-4CA6-816F-3879F97B5CBC}" type="slidenum">
              <a:rPr lang="en-US"/>
              <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p>
          <a:p>
            <a:r>
              <a:rPr lang="en-US" dirty="0"/>
              <a:t/>
            </a:r>
          </a:p>
          <a:p>
            <a:r>
              <a:rPr lang="en-US" dirty="0"/>
              <a:t/>
            </a:r>
          </a:p>
          <a:p>
            <a:endParaRPr lang="en-US" dirty="0"/>
          </a:p>
          <a:p>
            <a:r>
              <a:rPr lang="en-US" dirty="0" b="1"/>
              <a:t/>
            </a:r>
          </a:p>
          <a:p>
            <a:r>
              <a:rPr lang="en-US" dirty="0"/>
              <a:t/>
            </a:r>
          </a:p>
          <a:p>
            <a:r>
              <a:rPr lang="en-US" dirty="0"/>
              <a:t/>
            </a:r>
          </a:p>
          <a:p>
            <a:r>
              <a:rPr lang="en-US" dirty="0"/>
              <a:t/>
            </a:r>
          </a:p>
          <a:p>
            <a:endParaRPr lang="en-US" dirty="0"/>
          </a:p>
          <a:p>
            <a:r>
              <a:rPr lang="en-US" dirty="0" b="1"/>
              <a:t/>
            </a:r>
            <a:r>
              <a:rPr lang="en-US" dirty="0"/>
              <a:t/>
            </a:r>
          </a:p>
          <a:p>
            <a:endParaRPr lang="en-US" dirty="0"/>
          </a:p>
          <a:p>
            <a:r>
              <a:rPr lang="en-US" dirty="0" b="1"/>
              <a:t/>
            </a:r>
            <a:r>
              <a:rPr lang="en-US" dirty="0"/>
              <a:t/>
            </a:r>
          </a:p>
          <a:p>
            <a:endParaRPr lang="en-US" dirty="0"/>
          </a:p>
          <a:p>
            <a:r>
              <a:rPr lang="en-US" dirty="0" b="1"/>
              <a:t/>
            </a:r>
          </a:p>
          <a:p>
            <a:r>
              <a:rPr lang="en-US" dirty="0"/>
              <a:t/>
            </a:r>
          </a:p>
          <a:p>
            <a:endParaRPr lang="en-US" dirty="0"/>
          </a:p>
          <a:p>
            <a:r>
              <a:rPr lang="en-US" dirty="0" b="1"/>
              <a:t/>
            </a:r>
            <a:r>
              <a:rPr lang="en-US" dirty="0"/>
              <a:t/>
            </a:r>
          </a:p>
          <a:p>
            <a:endParaRPr lang="en-US" dirty="0"/>
          </a:p>
          <a:p>
            <a:r>
              <a:rPr lang="en-US" dirty="0" b="1"/>
              <a:t/>
            </a:r>
          </a:p>
          <a:p>
            <a:r>
              <a:rPr lang="en-US" dirty="0"/>
              <a:t/>
            </a:r>
          </a:p>
          <a:p>
            <a:r>
              <a:rPr lang="en-US" dirty="0"/>
              <a:t/>
            </a:r>
          </a:p>
        </p:txBody>
      </p:sp>
      <p:sp>
        <p:nvSpPr>
          <p:cNvPr id="4" name="Slide Number Placeholder 3"/>
          <p:cNvSpPr>
            <a:spLocks noGrp="1"/>
          </p:cNvSpPr>
          <p:nvPr>
            <p:ph type="sldNum" sz="quarter" idx="10"/>
          </p:nvPr>
        </p:nvSpPr>
        <p:spPr/>
        <p:txBody>
          <a:bodyPr/>
          <a:lstStyle/>
          <a:p>
            <a:fld id="{F7021451-1387-4CA6-816F-3879F97B5CBC}" type="slidenum">
              <a:rPr lang="en-US"/>
              <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p>
          <a:p>
            <a:r>
              <a:rPr lang="en-US" dirty="0"/>
              <a:t/>
            </a:r>
          </a:p>
          <a:p>
            <a:r>
              <a:rPr lang="en-US" dirty="0"/>
              <a:t/>
            </a:r>
          </a:p>
          <a:p>
            <a:endParaRPr lang="en-US" dirty="0"/>
          </a:p>
          <a:p>
            <a:r>
              <a:rPr lang="en-US" dirty="0" b="1"/>
              <a:t/>
            </a:r>
          </a:p>
          <a:p>
            <a:r>
              <a:rPr lang="en-US" dirty="0"/>
              <a:t/>
            </a:r>
          </a:p>
          <a:p>
            <a:r>
              <a:rPr lang="en-US" dirty="0"/>
              <a:t/>
            </a:r>
          </a:p>
          <a:p>
            <a:endParaRPr lang="en-US" dirty="0"/>
          </a:p>
          <a:p>
            <a:r>
              <a:rPr lang="en-US" dirty="0" b="1"/>
              <a:t/>
            </a:r>
            <a:r>
              <a:rPr lang="en-US" dirty="0"/>
              <a:t/>
            </a:r>
          </a:p>
          <a:p>
            <a:endParaRPr lang="en-US" dirty="0"/>
          </a:p>
          <a:p>
            <a:r>
              <a:rPr lang="en-US" dirty="0" b="1"/>
              <a:t/>
            </a:r>
            <a:r>
              <a:rPr lang="en-US" dirty="0"/>
              <a:t/>
            </a:r>
          </a:p>
          <a:p>
            <a:endParaRPr lang="en-US" dirty="0"/>
          </a:p>
          <a:p>
            <a:r>
              <a:rPr lang="en-US" dirty="0" b="1"/>
              <a:t/>
            </a:r>
          </a:p>
          <a:p>
            <a:r>
              <a:rPr lang="en-US" dirty="0"/>
              <a:t/>
            </a:r>
          </a:p>
          <a:p>
            <a:r>
              <a:rPr lang="en-US" dirty="0"/>
              <a:t/>
            </a:r>
          </a:p>
          <a:p>
            <a:r>
              <a:rPr lang="en-US" dirty="0"/>
              <a:t/>
            </a:r>
          </a:p>
          <a:p>
            <a:r>
              <a:rPr lang="en-US" dirty="0"/>
              <a:t/>
            </a:r>
          </a:p>
          <a:p>
            <a:r>
              <a:rPr lang="en-US" dirty="0"/>
              <a:t/>
            </a:r>
          </a:p>
          <a:p>
            <a:r>
              <a:rPr lang="en-US" dirty="0"/>
              <a:t/>
            </a:r>
          </a:p>
          <a:p>
            <a:r>
              <a:rPr lang="en-US" dirty="0"/>
              <a:t/>
            </a:r>
          </a:p>
          <a:p>
            <a:r>
              <a:rPr lang="en-US" dirty="0"/>
              <a:t/>
            </a:r>
          </a:p>
          <a:p>
            <a:r>
              <a:rPr lang="en-US" dirty="0"/>
              <a:t/>
            </a:r>
          </a:p>
          <a:p>
            <a:r>
              <a:rPr lang="en-US" dirty="0"/>
              <a:t/>
            </a:r>
          </a:p>
          <a:p>
            <a:endParaRPr lang="en-US" dirty="0"/>
          </a:p>
          <a:p>
            <a:r>
              <a:rPr lang="en-US" dirty="0" b="1"/>
              <a:t/>
            </a:r>
          </a:p>
          <a:p>
            <a:r>
              <a:rPr lang="en-US" dirty="0"/>
              <a:t/>
            </a:r>
          </a:p>
          <a:p>
            <a:endParaRPr lang="en-US" dirty="0"/>
          </a:p>
          <a:p>
            <a:r>
              <a:rPr lang="en-US" dirty="0" b="1"/>
              <a:t/>
            </a:r>
            <a:r>
              <a:rPr lang="en-US" dirty="0"/>
              <a:t/>
            </a:r>
          </a:p>
          <a:p>
            <a:endParaRPr lang="en-US" dirty="0"/>
          </a:p>
          <a:p>
            <a:r>
              <a:rPr lang="en-US" dirty="0" b="1"/>
              <a:t/>
            </a:r>
          </a:p>
          <a:p>
            <a:r>
              <a:rPr lang="en-US" dirty="0"/>
              <a:t/>
            </a:r>
          </a:p>
        </p:txBody>
      </p:sp>
      <p:sp>
        <p:nvSpPr>
          <p:cNvPr id="4" name="Slide Number Placeholder 3"/>
          <p:cNvSpPr>
            <a:spLocks noGrp="1"/>
          </p:cNvSpPr>
          <p:nvPr>
            <p:ph type="sldNum" sz="quarter" idx="10"/>
          </p:nvPr>
        </p:nvSpPr>
        <p:spPr/>
        <p:txBody>
          <a:bodyPr/>
          <a:lstStyle/>
          <a:p>
            <a:fld id="{F7021451-1387-4CA6-816F-3879F97B5CBC}" type="slidenum">
              <a:rPr lang="en-US"/>
              <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p>
          <a:p>
            <a:r>
              <a:rPr lang="en-US" dirty="0"/>
              <a:t/>
            </a:r>
          </a:p>
          <a:p>
            <a:r>
              <a:rPr lang="en-US" dirty="0"/>
              <a:t/>
            </a:r>
          </a:p>
          <a:p>
            <a:endParaRPr lang="en-US" dirty="0"/>
          </a:p>
          <a:p>
            <a:r>
              <a:rPr lang="en-US" dirty="0" b="1"/>
              <a:t/>
            </a:r>
          </a:p>
          <a:p>
            <a:r>
              <a:rPr lang="en-US" dirty="0"/>
              <a:t/>
            </a:r>
          </a:p>
          <a:p>
            <a:r>
              <a:rPr lang="en-US" dirty="0"/>
              <a:t/>
            </a:r>
          </a:p>
          <a:p>
            <a:r>
              <a:rPr lang="en-US" dirty="0"/>
              <a:t/>
            </a:r>
          </a:p>
          <a:p>
            <a:endParaRPr lang="en-US" dirty="0"/>
          </a:p>
          <a:p>
            <a:r>
              <a:rPr lang="en-US" dirty="0" b="1"/>
              <a:t/>
            </a:r>
            <a:r>
              <a:rPr lang="en-US" dirty="0"/>
              <a:t/>
            </a:r>
          </a:p>
          <a:p>
            <a:endParaRPr lang="en-US" dirty="0"/>
          </a:p>
          <a:p>
            <a:r>
              <a:rPr lang="en-US" dirty="0" b="1"/>
              <a:t/>
            </a:r>
            <a:r>
              <a:rPr lang="en-US" dirty="0"/>
              <a:t/>
            </a:r>
          </a:p>
          <a:p>
            <a:endParaRPr lang="en-US" dirty="0"/>
          </a:p>
          <a:p>
            <a:r>
              <a:rPr lang="en-US" dirty="0" b="1"/>
              <a:t/>
            </a:r>
          </a:p>
          <a:p>
            <a:r>
              <a:rPr lang="en-US" dirty="0"/>
              <a:t/>
            </a:r>
          </a:p>
          <a:p>
            <a:endParaRPr lang="en-US" dirty="0"/>
          </a:p>
          <a:p>
            <a:r>
              <a:rPr lang="en-US" dirty="0" b="1"/>
              <a:t/>
            </a:r>
            <a:r>
              <a:rPr lang="en-US" dirty="0"/>
              <a:t/>
            </a:r>
          </a:p>
          <a:p>
            <a:endParaRPr lang="en-US" dirty="0"/>
          </a:p>
          <a:p>
            <a:r>
              <a:rPr lang="en-US" dirty="0" b="1"/>
              <a:t/>
            </a:r>
          </a:p>
          <a:p>
            <a:r>
              <a:rPr lang="en-US" dirty="0"/>
              <a:t/>
            </a:r>
          </a:p>
          <a:p>
            <a:r>
              <a:rPr lang="en-US" dirty="0"/>
              <a:t/>
            </a:r>
          </a:p>
        </p:txBody>
      </p:sp>
      <p:sp>
        <p:nvSpPr>
          <p:cNvPr id="4" name="Slide Number Placeholder 3"/>
          <p:cNvSpPr>
            <a:spLocks noGrp="1"/>
          </p:cNvSpPr>
          <p:nvPr>
            <p:ph type="sldNum" sz="quarter" idx="10"/>
          </p:nvPr>
        </p:nvSpPr>
        <p:spPr/>
        <p:txBody>
          <a:bodyPr/>
          <a:lstStyle/>
          <a:p>
            <a:fld id="{F7021451-1387-4CA6-816F-3879F97B5CBC}" type="slidenum">
              <a:rPr lang="en-US"/>
              <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p>
          <a:p>
            <a:r>
              <a:rPr lang="en-US" dirty="0"/>
              <a:t/>
            </a:r>
          </a:p>
          <a:p>
            <a:r>
              <a:rPr lang="en-US" dirty="0"/>
              <a:t/>
            </a:r>
          </a:p>
          <a:p>
            <a:endParaRPr lang="en-US" dirty="0"/>
          </a:p>
          <a:p>
            <a:r>
              <a:rPr lang="en-US" dirty="0" b="1"/>
              <a:t/>
            </a:r>
          </a:p>
          <a:p>
            <a:r>
              <a:rPr lang="en-US" dirty="0"/>
              <a:t/>
            </a:r>
          </a:p>
          <a:p>
            <a:r>
              <a:rPr lang="en-US" dirty="0"/>
              <a:t/>
            </a:r>
          </a:p>
          <a:p>
            <a:r>
              <a:rPr lang="en-US" dirty="0"/>
              <a:t/>
            </a:r>
          </a:p>
          <a:p>
            <a:endParaRPr lang="en-US" dirty="0"/>
          </a:p>
          <a:p>
            <a:r>
              <a:rPr lang="en-US" dirty="0" b="1"/>
              <a:t/>
            </a:r>
            <a:r>
              <a:rPr lang="en-US" dirty="0"/>
              <a:t/>
            </a:r>
          </a:p>
          <a:p>
            <a:endParaRPr lang="en-US" dirty="0"/>
          </a:p>
          <a:p>
            <a:r>
              <a:rPr lang="en-US" dirty="0" b="1"/>
              <a:t/>
            </a:r>
          </a:p>
          <a:p>
            <a:r>
              <a:rPr lang="en-US" dirty="0"/>
              <a:t/>
            </a:r>
          </a:p>
          <a:p>
            <a:endParaRPr lang="en-US" dirty="0"/>
          </a:p>
          <a:p>
            <a:r>
              <a:rPr lang="en-US" dirty="0" b="1"/>
              <a:t/>
            </a:r>
            <a:r>
              <a:rPr lang="en-US" dirty="0"/>
              <a:t/>
            </a:r>
          </a:p>
          <a:p>
            <a:endParaRPr lang="en-US" dirty="0"/>
          </a:p>
          <a:p>
            <a:r>
              <a:rPr lang="en-US" dirty="0" b="1"/>
              <a:t/>
            </a:r>
          </a:p>
          <a:p>
            <a:r>
              <a:rPr lang="en-US" dirty="0"/>
              <a:t/>
            </a:r>
          </a:p>
        </p:txBody>
      </p:sp>
      <p:sp>
        <p:nvSpPr>
          <p:cNvPr id="4" name="Slide Number Placeholder 3"/>
          <p:cNvSpPr>
            <a:spLocks noGrp="1"/>
          </p:cNvSpPr>
          <p:nvPr>
            <p:ph type="sldNum" sz="quarter" idx="10"/>
          </p:nvPr>
        </p:nvSpPr>
        <p:spPr/>
        <p:txBody>
          <a:bodyPr/>
          <a:lstStyle/>
          <a:p>
            <a:fld id="{F7021451-1387-4CA6-816F-3879F97B5CBC}" type="slidenum">
              <a:rPr lang="en-US"/>
              <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p>
          <a:p>
            <a:r>
              <a:rPr lang="en-US" dirty="0"/>
              <a:t/>
            </a:r>
          </a:p>
          <a:p>
            <a:r>
              <a:rPr lang="en-US" dirty="0"/>
              <a:t/>
            </a:r>
          </a:p>
          <a:p>
            <a:endParaRPr lang="en-US" dirty="0"/>
          </a:p>
          <a:p>
            <a:r>
              <a:rPr lang="en-US" dirty="0" b="1"/>
              <a:t/>
            </a:r>
          </a:p>
          <a:p>
            <a:r>
              <a:rPr lang="en-US" dirty="0"/>
              <a:t/>
            </a:r>
          </a:p>
          <a:p>
            <a:r>
              <a:rPr lang="en-US" dirty="0"/>
              <a:t/>
            </a:r>
          </a:p>
          <a:p>
            <a:r>
              <a:rPr lang="en-US" dirty="0"/>
              <a:t/>
            </a:r>
          </a:p>
          <a:p>
            <a:r>
              <a:rPr lang="en-US" dirty="0"/>
              <a:t/>
            </a:r>
          </a:p>
          <a:p>
            <a:endParaRPr lang="en-US" dirty="0"/>
          </a:p>
          <a:p>
            <a:r>
              <a:rPr lang="en-US" dirty="0" b="1"/>
              <a:t/>
            </a:r>
            <a:r>
              <a:rPr lang="en-US" dirty="0"/>
              <a:t/>
            </a:r>
          </a:p>
          <a:p>
            <a:endParaRPr lang="en-US" dirty="0"/>
          </a:p>
          <a:p>
            <a:r>
              <a:rPr lang="en-US" dirty="0" b="1"/>
              <a:t/>
            </a:r>
            <a:r>
              <a:rPr lang="en-US" dirty="0"/>
              <a:t/>
            </a:r>
          </a:p>
          <a:p>
            <a:endParaRPr lang="en-US" dirty="0"/>
          </a:p>
          <a:p>
            <a:r>
              <a:rPr lang="en-US" dirty="0" b="1"/>
              <a:t/>
            </a:r>
          </a:p>
          <a:p>
            <a:r>
              <a:rPr lang="en-US" dirty="0"/>
              <a:t/>
            </a:r>
          </a:p>
          <a:p>
            <a:endParaRPr lang="en-US" dirty="0"/>
          </a:p>
          <a:p>
            <a:r>
              <a:rPr lang="en-US" dirty="0" b="1"/>
              <a:t/>
            </a:r>
            <a:r>
              <a:rPr lang="en-US" dirty="0"/>
              <a:t/>
            </a:r>
          </a:p>
          <a:p>
            <a:endParaRPr lang="en-US" dirty="0"/>
          </a:p>
          <a:p>
            <a:r>
              <a:rPr lang="en-US" dirty="0" b="1"/>
              <a:t/>
            </a:r>
          </a:p>
          <a:p>
            <a:r>
              <a:rPr lang="en-US" dirty="0"/>
              <a:t/>
            </a:r>
          </a:p>
          <a:p>
            <a:r>
              <a:rPr lang="en-US" dirty="0"/>
              <a:t/>
            </a:r>
          </a:p>
        </p:txBody>
      </p:sp>
      <p:sp>
        <p:nvSpPr>
          <p:cNvPr id="4" name="Slide Number Placeholder 3"/>
          <p:cNvSpPr>
            <a:spLocks noGrp="1"/>
          </p:cNvSpPr>
          <p:nvPr>
            <p:ph type="sldNum" sz="quarter" idx="10"/>
          </p:nvPr>
        </p:nvSpPr>
        <p:spPr/>
        <p:txBody>
          <a:bodyPr/>
          <a:lstStyle/>
          <a:p>
            <a:fld id="{F7021451-1387-4CA6-816F-3879F97B5CBC}" type="slidenum">
              <a:rPr lang="en-US"/>
              <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p>
          <a:p>
            <a:r>
              <a:rPr lang="en-US" dirty="0"/>
              <a:t/>
            </a:r>
          </a:p>
          <a:p>
            <a:r>
              <a:rPr lang="en-US" dirty="0"/>
              <a:t/>
            </a:r>
          </a:p>
          <a:p>
            <a:endParaRPr lang="en-US" dirty="0"/>
          </a:p>
          <a:p>
            <a:r>
              <a:rPr lang="en-US" dirty="0" b="1"/>
              <a:t/>
            </a:r>
          </a:p>
          <a:p>
            <a:r>
              <a:rPr lang="en-US" dirty="0"/>
              <a:t/>
            </a:r>
          </a:p>
          <a:p>
            <a:r>
              <a:rPr lang="en-US" dirty="0"/>
              <a:t/>
            </a:r>
          </a:p>
          <a:p>
            <a:r>
              <a:rPr lang="en-US" dirty="0"/>
              <a:t/>
            </a:r>
          </a:p>
          <a:p>
            <a:endParaRPr lang="en-US" dirty="0"/>
          </a:p>
          <a:p>
            <a:r>
              <a:rPr lang="en-US" dirty="0" b="1"/>
              <a:t/>
            </a:r>
            <a:r>
              <a:rPr lang="en-US" dirty="0"/>
              <a:t/>
            </a:r>
          </a:p>
          <a:p>
            <a:endParaRPr lang="en-US" dirty="0"/>
          </a:p>
          <a:p>
            <a:r>
              <a:rPr lang="en-US" dirty="0" b="1"/>
              <a:t/>
            </a:r>
          </a:p>
          <a:p>
            <a:r>
              <a:rPr lang="en-US" dirty="0"/>
              <a:t/>
            </a:r>
          </a:p>
          <a:p>
            <a:endParaRPr lang="en-US" dirty="0"/>
          </a:p>
          <a:p>
            <a:r>
              <a:rPr lang="en-US" dirty="0" b="1"/>
              <a:t/>
            </a:r>
            <a:r>
              <a:rPr lang="en-US" dirty="0"/>
              <a:t/>
            </a:r>
          </a:p>
          <a:p>
            <a:endParaRPr lang="en-US" dirty="0"/>
          </a:p>
          <a:p>
            <a:r>
              <a:rPr lang="en-US" dirty="0" b="1"/>
              <a:t/>
            </a:r>
          </a:p>
          <a:p>
            <a:r>
              <a:rPr lang="en-US" dirty="0"/>
              <a:t/>
            </a:r>
          </a:p>
          <a:p>
            <a:r>
              <a:rPr lang="en-US" dirty="0"/>
              <a:t/>
            </a:r>
          </a:p>
        </p:txBody>
      </p:sp>
      <p:sp>
        <p:nvSpPr>
          <p:cNvPr id="4" name="Slide Number Placeholder 3"/>
          <p:cNvSpPr>
            <a:spLocks noGrp="1"/>
          </p:cNvSpPr>
          <p:nvPr>
            <p:ph type="sldNum" sz="quarter" idx="10"/>
          </p:nvPr>
        </p:nvSpPr>
        <p:spPr/>
        <p:txBody>
          <a:bodyPr/>
          <a:lstStyle/>
          <a:p>
            <a:fld id="{F7021451-1387-4CA6-816F-3879F97B5CBC}" type="slidenum">
              <a:rPr lang="en-US"/>
              <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p>
          <a:p>
            <a:r>
              <a:rPr lang="en-US" dirty="0"/>
              <a:t/>
            </a:r>
          </a:p>
          <a:p>
            <a:r>
              <a:rPr lang="en-US" dirty="0"/>
              <a:t/>
            </a:r>
          </a:p>
          <a:p>
            <a:endParaRPr lang="en-US" dirty="0"/>
          </a:p>
          <a:p>
            <a:r>
              <a:rPr lang="en-US" dirty="0" b="1"/>
              <a:t/>
            </a:r>
          </a:p>
          <a:p>
            <a:r>
              <a:rPr lang="en-US" dirty="0"/>
              <a:t/>
            </a:r>
          </a:p>
          <a:p>
            <a:r>
              <a:rPr lang="en-US" dirty="0"/>
              <a:t/>
            </a:r>
          </a:p>
          <a:p>
            <a:r>
              <a:rPr lang="en-US" dirty="0"/>
              <a:t/>
            </a:r>
          </a:p>
          <a:p>
            <a:endParaRPr lang="en-US" dirty="0"/>
          </a:p>
          <a:p>
            <a:r>
              <a:rPr lang="en-US" dirty="0" b="1"/>
              <a:t/>
            </a:r>
            <a:r>
              <a:rPr lang="en-US" dirty="0"/>
              <a:t/>
            </a:r>
          </a:p>
          <a:p>
            <a:endParaRPr lang="en-US" dirty="0"/>
          </a:p>
          <a:p>
            <a:r>
              <a:rPr lang="en-US" dirty="0" b="1"/>
              <a:t/>
            </a:r>
            <a:r>
              <a:rPr lang="en-US" dirty="0"/>
              <a:t/>
            </a:r>
          </a:p>
          <a:p>
            <a:endParaRPr lang="en-US" dirty="0"/>
          </a:p>
          <a:p>
            <a:r>
              <a:rPr lang="en-US" dirty="0" b="1"/>
              <a:t/>
            </a:r>
          </a:p>
          <a:p>
            <a:r>
              <a:rPr lang="en-US" dirty="0"/>
              <a:t/>
            </a:r>
          </a:p>
          <a:p>
            <a:endParaRPr lang="en-US" dirty="0"/>
          </a:p>
          <a:p>
            <a:r>
              <a:rPr lang="en-US" dirty="0" b="1"/>
              <a:t/>
            </a:r>
            <a:r>
              <a:rPr lang="en-US" dirty="0"/>
              <a:t/>
            </a:r>
          </a:p>
          <a:p>
            <a:endParaRPr lang="en-US" dirty="0"/>
          </a:p>
          <a:p>
            <a:r>
              <a:rPr lang="en-US" dirty="0" b="1"/>
              <a:t/>
            </a:r>
          </a:p>
          <a:p>
            <a:r>
              <a:rPr lang="en-US" dirty="0"/>
              <a:t/>
            </a:r>
          </a:p>
          <a:p>
            <a:r>
              <a:rPr lang="en-US" dirty="0"/>
              <a:t/>
            </a:r>
          </a:p>
        </p:txBody>
      </p:sp>
      <p:sp>
        <p:nvSpPr>
          <p:cNvPr id="4" name="Slide Number Placeholder 3"/>
          <p:cNvSpPr>
            <a:spLocks noGrp="1"/>
          </p:cNvSpPr>
          <p:nvPr>
            <p:ph type="sldNum" sz="quarter" idx="10"/>
          </p:nvPr>
        </p:nvSpPr>
        <p:spPr/>
        <p:txBody>
          <a:bodyPr/>
          <a:lstStyle/>
          <a:p>
            <a:fld id="{F7021451-1387-4CA6-816F-3879F97B5CBC}" type="slidenum">
              <a:rPr lang="en-US"/>
              <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p>
          <a:p>
            <a:r>
              <a:rPr lang="en-US" dirty="0"/>
              <a:t/>
            </a:r>
          </a:p>
          <a:p>
            <a:r>
              <a:rPr lang="en-US" dirty="0"/>
              <a:t/>
            </a:r>
          </a:p>
          <a:p>
            <a:endParaRPr lang="en-US" dirty="0"/>
          </a:p>
          <a:p>
            <a:r>
              <a:rPr lang="en-US" dirty="0" b="1"/>
              <a:t/>
            </a:r>
          </a:p>
          <a:p>
            <a:r>
              <a:rPr lang="en-US" dirty="0"/>
              <a:t/>
            </a:r>
          </a:p>
          <a:p>
            <a:r>
              <a:rPr lang="en-US" dirty="0"/>
              <a:t/>
            </a:r>
          </a:p>
          <a:p>
            <a:r>
              <a:rPr lang="en-US" dirty="0"/>
              <a:t/>
            </a:r>
          </a:p>
          <a:p>
            <a:endParaRPr lang="en-US" dirty="0"/>
          </a:p>
          <a:p>
            <a:r>
              <a:rPr lang="en-US" dirty="0" b="1"/>
              <a:t/>
            </a:r>
            <a:r>
              <a:rPr lang="en-US" dirty="0"/>
              <a:t/>
            </a:r>
          </a:p>
          <a:p>
            <a:endParaRPr lang="en-US" dirty="0"/>
          </a:p>
          <a:p>
            <a:r>
              <a:rPr lang="en-US" dirty="0" b="1"/>
              <a:t/>
            </a:r>
          </a:p>
          <a:p>
            <a:r>
              <a:rPr lang="en-US" dirty="0"/>
              <a:t/>
            </a:r>
          </a:p>
          <a:p>
            <a:endParaRPr lang="en-US" dirty="0"/>
          </a:p>
          <a:p>
            <a:r>
              <a:rPr lang="en-US" dirty="0" b="1"/>
              <a:t/>
            </a:r>
            <a:r>
              <a:rPr lang="en-US" dirty="0"/>
              <a:t/>
            </a:r>
          </a:p>
          <a:p>
            <a:endParaRPr lang="en-US" dirty="0"/>
          </a:p>
          <a:p>
            <a:r>
              <a:rPr lang="en-US" dirty="0" b="1"/>
              <a:t/>
            </a:r>
          </a:p>
          <a:p>
            <a:r>
              <a:rPr lang="en-US" dirty="0"/>
              <a:t/>
            </a:r>
          </a:p>
          <a:p>
            <a:r>
              <a:rPr lang="en-US" dirty="0"/>
              <a:t/>
            </a:r>
          </a:p>
        </p:txBody>
      </p:sp>
      <p:sp>
        <p:nvSpPr>
          <p:cNvPr id="4" name="Slide Number Placeholder 3"/>
          <p:cNvSpPr>
            <a:spLocks noGrp="1"/>
          </p:cNvSpPr>
          <p:nvPr>
            <p:ph type="sldNum" sz="quarter" idx="10"/>
          </p:nvPr>
        </p:nvSpPr>
        <p:spPr/>
        <p:txBody>
          <a:bodyPr/>
          <a:lstStyle/>
          <a:p>
            <a:fld id="{F7021451-1387-4CA6-816F-3879F97B5CBC}" type="slidenum">
              <a:rPr lang="en-US"/>
              <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p>
          <a:p>
            <a:r>
              <a:rPr lang="en-US" dirty="0"/>
              <a:t/>
            </a:r>
          </a:p>
          <a:p>
            <a:r>
              <a:rPr lang="en-US" dirty="0"/>
              <a:t/>
            </a:r>
          </a:p>
          <a:p>
            <a:endParaRPr lang="en-US" dirty="0"/>
          </a:p>
          <a:p>
            <a:r>
              <a:rPr lang="en-US" dirty="0" b="1"/>
              <a:t/>
            </a:r>
          </a:p>
          <a:p>
            <a:r>
              <a:rPr lang="en-US" dirty="0"/>
              <a:t/>
            </a:r>
          </a:p>
          <a:p>
            <a:r>
              <a:rPr lang="en-US" dirty="0"/>
              <a:t/>
            </a:r>
          </a:p>
          <a:p>
            <a:endParaRPr lang="en-US" dirty="0"/>
          </a:p>
          <a:p>
            <a:r>
              <a:rPr lang="en-US" dirty="0" b="1"/>
              <a:t/>
            </a:r>
            <a:r>
              <a:rPr lang="en-US" dirty="0"/>
              <a:t/>
            </a:r>
          </a:p>
          <a:p>
            <a:endParaRPr lang="en-US" dirty="0"/>
          </a:p>
          <a:p>
            <a:r>
              <a:rPr lang="en-US" dirty="0" b="1"/>
              <a:t/>
            </a:r>
          </a:p>
          <a:p>
            <a:r>
              <a:rPr lang="en-US" dirty="0"/>
              <a:t/>
            </a:r>
          </a:p>
          <a:p>
            <a:endParaRPr lang="en-US" dirty="0"/>
          </a:p>
          <a:p>
            <a:r>
              <a:rPr lang="en-US" dirty="0" b="1"/>
              <a:t/>
            </a:r>
            <a:r>
              <a:rPr lang="en-US" dirty="0"/>
              <a:t/>
            </a:r>
          </a:p>
        </p:txBody>
      </p:sp>
      <p:sp>
        <p:nvSpPr>
          <p:cNvPr id="4" name="Slide Number Placeholder 3"/>
          <p:cNvSpPr>
            <a:spLocks noGrp="1"/>
          </p:cNvSpPr>
          <p:nvPr>
            <p:ph type="sldNum" sz="quarter" idx="10"/>
          </p:nvPr>
        </p:nvSpPr>
        <p:spPr/>
        <p:txBody>
          <a:bodyPr/>
          <a:lstStyle/>
          <a:p>
            <a:fld id="{F7021451-1387-4CA6-816F-3879F97B5CBC}" type="slidenum">
              <a:rPr lang="en-US"/>
              <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p>
          <a:p>
            <a:r>
              <a:rPr lang="en-US" dirty="0"/>
              <a:t/>
            </a:r>
          </a:p>
          <a:p>
            <a:r>
              <a:rPr lang="en-US" dirty="0"/>
              <a:t/>
            </a:r>
          </a:p>
          <a:p>
            <a:endParaRPr lang="en-US" dirty="0"/>
          </a:p>
          <a:p>
            <a:r>
              <a:rPr lang="en-US" dirty="0" b="1"/>
              <a:t/>
            </a:r>
          </a:p>
          <a:p>
            <a:r>
              <a:rPr lang="en-US" dirty="0"/>
              <a:t/>
            </a:r>
          </a:p>
          <a:p>
            <a:r>
              <a:rPr lang="en-US" dirty="0"/>
              <a:t/>
            </a:r>
          </a:p>
          <a:p>
            <a:endParaRPr lang="en-US" dirty="0"/>
          </a:p>
          <a:p>
            <a:r>
              <a:rPr lang="en-US" dirty="0" b="1"/>
              <a:t/>
            </a:r>
            <a:r>
              <a:rPr lang="en-US" dirty="0"/>
              <a:t/>
            </a:r>
          </a:p>
          <a:p>
            <a:endParaRPr lang="en-US" dirty="0"/>
          </a:p>
          <a:p>
            <a:r>
              <a:rPr lang="en-US" dirty="0" b="1"/>
              <a:t/>
            </a:r>
          </a:p>
          <a:p>
            <a:r>
              <a:rPr lang="en-US" dirty="0"/>
              <a:t/>
            </a:r>
          </a:p>
          <a:p>
            <a:endParaRPr lang="en-US" dirty="0"/>
          </a:p>
          <a:p>
            <a:r>
              <a:rPr lang="en-US" dirty="0" b="1"/>
              <a:t/>
            </a:r>
            <a:r>
              <a:rPr lang="en-US" dirty="0"/>
              <a:t/>
            </a:r>
          </a:p>
        </p:txBody>
      </p:sp>
      <p:sp>
        <p:nvSpPr>
          <p:cNvPr id="4" name="Slide Number Placeholder 3"/>
          <p:cNvSpPr>
            <a:spLocks noGrp="1"/>
          </p:cNvSpPr>
          <p:nvPr>
            <p:ph type="sldNum" sz="quarter" idx="10"/>
          </p:nvPr>
        </p:nvSpPr>
        <p:spPr/>
        <p:txBody>
          <a:bodyPr/>
          <a:lstStyle/>
          <a:p>
            <a:fld id="{F7021451-1387-4CA6-816F-3879F97B5CBC}" type="slidenum">
              <a:rPr lang="en-US"/>
              <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p>
          <a:p>
            <a:r>
              <a:rPr lang="en-US" dirty="0"/>
              <a:t/>
            </a:r>
          </a:p>
          <a:p>
            <a:r>
              <a:rPr lang="en-US" dirty="0"/>
              <a:t/>
            </a:r>
          </a:p>
          <a:p>
            <a:endParaRPr lang="en-US" dirty="0"/>
          </a:p>
          <a:p>
            <a:r>
              <a:rPr lang="en-US" dirty="0" b="1"/>
              <a:t/>
            </a:r>
          </a:p>
          <a:p>
            <a:r>
              <a:rPr lang="en-US" dirty="0"/>
              <a:t/>
            </a:r>
          </a:p>
          <a:p>
            <a:r>
              <a:rPr lang="en-US" dirty="0"/>
              <a:t/>
            </a:r>
          </a:p>
          <a:p>
            <a:endParaRPr lang="en-US" dirty="0"/>
          </a:p>
          <a:p>
            <a:r>
              <a:rPr lang="en-US" dirty="0" b="1"/>
              <a:t/>
            </a:r>
            <a:r>
              <a:rPr lang="en-US" dirty="0"/>
              <a:t/>
            </a:r>
          </a:p>
          <a:p>
            <a:endParaRPr lang="en-US" dirty="0"/>
          </a:p>
          <a:p>
            <a:r>
              <a:rPr lang="en-US" dirty="0" b="1"/>
              <a:t/>
            </a:r>
          </a:p>
          <a:p>
            <a:r>
              <a:rPr lang="en-US" dirty="0"/>
              <a:t/>
            </a:r>
          </a:p>
          <a:p>
            <a:endParaRPr lang="en-US" dirty="0"/>
          </a:p>
          <a:p>
            <a:r>
              <a:rPr lang="en-US" dirty="0" b="1"/>
              <a:t/>
            </a:r>
            <a:r>
              <a:rPr lang="en-US" dirty="0"/>
              <a:t/>
            </a:r>
          </a:p>
        </p:txBody>
      </p:sp>
      <p:sp>
        <p:nvSpPr>
          <p:cNvPr id="4" name="Slide Number Placeholder 3"/>
          <p:cNvSpPr>
            <a:spLocks noGrp="1"/>
          </p:cNvSpPr>
          <p:nvPr>
            <p:ph type="sldNum" sz="quarter" idx="10"/>
          </p:nvPr>
        </p:nvSpPr>
        <p:spPr/>
        <p:txBody>
          <a:bodyPr/>
          <a:lstStyle/>
          <a:p>
            <a:fld id="{F7021451-1387-4CA6-816F-3879F97B5CBC}" type="slidenum">
              <a:rPr lang="en-US"/>
              <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p>
          <a:p>
            <a:r>
              <a:rPr lang="en-US" dirty="0"/>
              <a:t/>
            </a:r>
          </a:p>
          <a:p>
            <a:r>
              <a:rPr lang="en-US" dirty="0"/>
              <a:t/>
            </a:r>
          </a:p>
          <a:p>
            <a:endParaRPr lang="en-US" dirty="0"/>
          </a:p>
          <a:p>
            <a:r>
              <a:rPr lang="en-US" dirty="0" b="1"/>
              <a:t/>
            </a:r>
          </a:p>
          <a:p>
            <a:r>
              <a:rPr lang="en-US" dirty="0"/>
              <a:t/>
            </a:r>
          </a:p>
          <a:p>
            <a:endParaRPr lang="en-US" dirty="0"/>
          </a:p>
          <a:p>
            <a:r>
              <a:rPr lang="en-US" dirty="0" b="1"/>
              <a:t/>
            </a:r>
            <a:r>
              <a:rPr lang="en-US" dirty="0"/>
              <a:t/>
            </a:r>
          </a:p>
          <a:p>
            <a:endParaRPr lang="en-US" dirty="0"/>
          </a:p>
          <a:p>
            <a:r>
              <a:rPr lang="en-US" dirty="0" b="1"/>
              <a:t/>
            </a:r>
            <a:r>
              <a:rPr lang="en-US" dirty="0"/>
              <a:t/>
            </a:r>
          </a:p>
        </p:txBody>
      </p:sp>
      <p:sp>
        <p:nvSpPr>
          <p:cNvPr id="4" name="Slide Number Placeholder 3"/>
          <p:cNvSpPr>
            <a:spLocks noGrp="1"/>
          </p:cNvSpPr>
          <p:nvPr>
            <p:ph type="sldNum" sz="quarter" idx="10"/>
          </p:nvPr>
        </p:nvSpPr>
        <p:spPr/>
        <p:txBody>
          <a:bodyPr/>
          <a:lstStyle/>
          <a:p>
            <a:fld id="{F7021451-1387-4CA6-816F-3879F97B5CBC}" type="slidenum">
              <a:rPr lang="en-US"/>
              <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CTURE">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0F6E8C"/>
          </a:solidFill>
          <a:ln/>
        </p:spPr>
      </p:sp>
      <p:sp>
        <p:nvSpPr>
          <p:cNvPr id="3" name="Shape 1"/>
          <p:cNvSpPr/>
          <p:nvPr/>
        </p:nvSpPr>
        <p:spPr>
          <a:xfrm>
            <a:off x="548640" y="1097280"/>
            <a:ext cx="11094415" cy="0"/>
          </a:xfrm>
          <a:prstGeom prst="line">
            <a:avLst/>
          </a:prstGeom>
          <a:noFill/>
          <a:ln w="31750">
            <a:solidFill>
              <a:srgbClr val="0F6E8C"/>
            </a:solidFill>
            <a:prstDash val="solid"/>
          </a:ln>
        </p:spPr>
      </p:sp>
      <p:sp>
        <p:nvSpPr>
          <p:cNvPr id="4" name="Shape 2"/>
          <p:cNvSpPr/>
          <p:nvPr/>
        </p:nvSpPr>
        <p:spPr>
          <a:xfrm>
            <a:off x="548640" y="6355080"/>
            <a:ext cx="11094415" cy="0"/>
          </a:xfrm>
          <a:prstGeom prst="line">
            <a:avLst/>
          </a:prstGeom>
          <a:noFill/>
          <a:ln w="9525">
            <a:solidFill>
              <a:srgbClr val="D3D9E1"/>
            </a:solidFill>
            <a:prstDash val="solid"/>
          </a:ln>
        </p:spPr>
      </p:sp>
      <p:sp>
        <p:nvSpPr>
          <p:cNvPr id="5" name="Text 3"/>
          <p:cNvSpPr/>
          <p:nvPr/>
        </p:nvSpPr>
        <p:spPr>
          <a:xfrm>
            <a:off x="548640" y="6400800"/>
            <a:ext cx="5486400" cy="320040"/>
          </a:xfrm>
          <a:prstGeom prst="rect">
            <a:avLst/>
          </a:prstGeom>
          <a:noFill/>
          <a:ln/>
        </p:spPr>
        <p:txBody>
          <a:bodyPr wrap="square" lIns="0" tIns="0" rIns="0" bIns="0" rtlCol="0" anchor="ctr"/>
          <a:lstStyle/>
          <a:p>
            <a:pPr indent="0" marL="0">
              <a:buNone/>
            </a:pPr>
            <a:r>
              <a:rPr lang="en-US" sz="1100" dirty="0">
                <a:solidFill>
                  <a:srgbClr val="566071"/>
                </a:solidFill>
                <a:latin typeface="Calibri" pitchFamily="34" charset="0"/>
                <a:ea typeface="Calibri" pitchFamily="34" charset="-122"/>
                <a:cs typeface="Calibri" pitchFamily="34" charset="-120"/>
              </a:rPr>
              <a:t>Systems Thinking and MBSE with SysML v2</a:t>
            </a:r>
            <a:endParaRPr lang="en-US" sz="1100" dirty="0"/>
          </a:p>
        </p:txBody>
      </p:sp>
      <p:sp>
        <p:nvSpPr>
          <p:cNvPr id="6" name="Text 4"/>
          <p:cNvSpPr/>
          <p:nvPr/>
        </p:nvSpPr>
        <p:spPr>
          <a:xfrm>
            <a:off x="4724248" y="6400800"/>
            <a:ext cx="2743200" cy="320040"/>
          </a:xfrm>
          <a:prstGeom prst="rect">
            <a:avLst/>
          </a:prstGeom>
          <a:noFill/>
          <a:ln/>
        </p:spPr>
        <p:txBody>
          <a:bodyPr wrap="square" lIns="0" tIns="0" rIns="0" bIns="0" rtlCol="0" anchor="ctr"/>
          <a:lstStyle/>
          <a:p>
            <a:pPr algn="ctr" indent="0" marL="0">
              <a:buNone/>
            </a:pPr>
            <a:r>
              <a:rPr lang="en-US" sz="1100" dirty="0">
                <a:solidFill>
                  <a:srgbClr val="566071"/>
                </a:solidFill>
                <a:latin typeface="Calibri" pitchFamily="34" charset="0"/>
                <a:ea typeface="Calibri" pitchFamily="34" charset="-122"/>
                <a:cs typeface="Calibri" pitchFamily="34" charset="-120"/>
              </a:rPr>
              <a:t>Week 7 · Session 1</a:t>
            </a:r>
            <a:endParaRPr lang="en-US" sz="1100" dirty="0"/>
          </a:p>
        </p:txBody>
      </p:sp>
      <p:sp>
        <p:nvSpPr>
          <p:cNvPr id="25" name="Slide Number Placeholder 0"/>
          <p:cNvSpPr>
            <a:spLocks noGrp="1"/>
          </p:cNvSpPr>
          <p:nvPr>
            <p:ph type="sldNum" sz="quarter" idx="4294967295"/>
          </p:nvPr>
        </p:nvSpPr>
        <p:spPr>
          <a:xfrm>
            <a:off x="10728655" y="6400800"/>
            <a:ext cx="91440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18202D"/>
                </a:solidFill>
                <a:latin typeface="Calibri"/>
                <a:ea typeface="Calibri"/>
                <a:cs typeface="Calibri"/>
              </a:defRPr>
            </a:lvl1pPr>
          </a:lstStyle>
          <a:p>
            <a:pPr algn="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LECTURE_TITLE">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320040" cy="6858000"/>
          </a:xfrm>
          <a:prstGeom prst="rect">
            <a:avLst/>
          </a:prstGeom>
          <a:solidFill>
            <a:srgbClr val="0F6E8C"/>
          </a:solidFill>
          <a:ln/>
        </p:spPr>
      </p:sp>
      <p:sp>
        <p:nvSpPr>
          <p:cNvPr id="3" name="Shape 1"/>
          <p:cNvSpPr/>
          <p:nvPr/>
        </p:nvSpPr>
        <p:spPr>
          <a:xfrm>
            <a:off x="548640" y="6355080"/>
            <a:ext cx="11094415" cy="0"/>
          </a:xfrm>
          <a:prstGeom prst="line">
            <a:avLst/>
          </a:prstGeom>
          <a:noFill/>
          <a:ln w="9525">
            <a:solidFill>
              <a:srgbClr val="D3D9E1"/>
            </a:solidFill>
            <a:prstDash val="solid"/>
          </a:ln>
        </p:spPr>
      </p:sp>
      <p:sp>
        <p:nvSpPr>
          <p:cNvPr id="4" name="Text 2"/>
          <p:cNvSpPr/>
          <p:nvPr/>
        </p:nvSpPr>
        <p:spPr>
          <a:xfrm>
            <a:off x="548640" y="6400800"/>
            <a:ext cx="5486400" cy="320040"/>
          </a:xfrm>
          <a:prstGeom prst="rect">
            <a:avLst/>
          </a:prstGeom>
          <a:noFill/>
          <a:ln/>
        </p:spPr>
        <p:txBody>
          <a:bodyPr wrap="square" lIns="0" tIns="0" rIns="0" bIns="0" rtlCol="0" anchor="ctr"/>
          <a:lstStyle/>
          <a:p>
            <a:pPr indent="0" marL="0">
              <a:buNone/>
            </a:pPr>
            <a:r>
              <a:rPr lang="en-US" sz="1100" dirty="0">
                <a:solidFill>
                  <a:srgbClr val="566071"/>
                </a:solidFill>
                <a:latin typeface="Calibri" pitchFamily="34" charset="0"/>
                <a:ea typeface="Calibri" pitchFamily="34" charset="-122"/>
                <a:cs typeface="Calibri" pitchFamily="34" charset="-120"/>
              </a:rPr>
              <a:t>Systems Thinking and MBSE with SysML v2</a:t>
            </a:r>
            <a:endParaRPr lang="en-US" sz="1100" dirty="0"/>
          </a:p>
        </p:txBody>
      </p:sp>
      <p:sp>
        <p:nvSpPr>
          <p:cNvPr id="5" name="Text 3"/>
          <p:cNvSpPr/>
          <p:nvPr/>
        </p:nvSpPr>
        <p:spPr>
          <a:xfrm>
            <a:off x="4724248" y="6400800"/>
            <a:ext cx="2743200" cy="320040"/>
          </a:xfrm>
          <a:prstGeom prst="rect">
            <a:avLst/>
          </a:prstGeom>
          <a:noFill/>
          <a:ln/>
        </p:spPr>
        <p:txBody>
          <a:bodyPr wrap="square" lIns="0" tIns="0" rIns="0" bIns="0" rtlCol="0" anchor="ctr"/>
          <a:lstStyle/>
          <a:p>
            <a:pPr algn="ctr" indent="0" marL="0">
              <a:buNone/>
            </a:pPr>
            <a:r>
              <a:rPr lang="en-US" sz="1100" dirty="0">
                <a:solidFill>
                  <a:srgbClr val="566071"/>
                </a:solidFill>
                <a:latin typeface="Calibri" pitchFamily="34" charset="0"/>
                <a:ea typeface="Calibri" pitchFamily="34" charset="-122"/>
                <a:cs typeface="Calibri" pitchFamily="34" charset="-120"/>
              </a:rPr>
              <a:t>Week 7 · Session 1</a:t>
            </a:r>
            <a:endParaRPr lang="en-US" sz="1100" dirty="0"/>
          </a:p>
        </p:txBody>
      </p:sp>
      <p:sp>
        <p:nvSpPr>
          <p:cNvPr id="25" name="Slide Number Placeholder 0"/>
          <p:cNvSpPr>
            <a:spLocks noGrp="1"/>
          </p:cNvSpPr>
          <p:nvPr>
            <p:ph type="sldNum" sz="quarter" idx="4294967295"/>
          </p:nvPr>
        </p:nvSpPr>
        <p:spPr>
          <a:xfrm>
            <a:off x="10728655" y="6400800"/>
            <a:ext cx="91440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18202D"/>
                </a:solidFill>
                <a:latin typeface="Calibri"/>
                <a:ea typeface="Calibri"/>
                <a:cs typeface="Calibri"/>
              </a:defRPr>
            </a:lvl1pPr>
          </a:lstStyle>
          <a:p>
            <a:pPr algn="r"/>
            <a:fld id="{F7021451-1387-4CA6-816F-3879F97B5CBC}" type="slidenum">
              <a:rPr b="1"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728655" y="6400800"/>
            <a:ext cx="91440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18202D"/>
                </a:solidFill>
                <a:latin typeface="Calibri"/>
                <a:ea typeface="Calibri"/>
                <a:cs typeface="Calibri"/>
              </a:defRPr>
            </a:lvl1pPr>
          </a:lstStyle>
          <a:p>
            <a:pPr algn="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2.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1005840" y="1234440"/>
            <a:ext cx="9144000" cy="365760"/>
          </a:xfrm>
          <a:prstGeom prst="rect">
            <a:avLst/>
          </a:prstGeom>
          <a:noFill/>
          <a:ln/>
        </p:spPr>
        <p:txBody>
          <a:bodyPr wrap="square" lIns="0" tIns="0" rIns="0" bIns="0" rtlCol="0" anchor="ctr"/>
          <a:lstStyle/>
          <a:p>
            <a:pPr indent="0" marL="0">
              <a:buNone/>
            </a:pPr>
            <a:r>
              <a:rPr lang="en-US" sz="1600" b="1" spc="200" kern="0" dirty="0">
                <a:solidFill>
                  <a:srgbClr val="0F6E8C"/>
                </a:solidFill>
                <a:latin typeface="Calibri" pitchFamily="34" charset="0"/>
                <a:ea typeface="Calibri" pitchFamily="34" charset="-122"/>
                <a:cs typeface="Calibri" pitchFamily="34" charset="-120"/>
              </a:rPr>
              <a:t>WEEK 7 · SESSION 1</a:t>
            </a:r>
            <a:endParaRPr lang="en-US" sz="1600" dirty="0"/>
          </a:p>
        </p:txBody>
      </p:sp>
      <p:sp>
        <p:nvSpPr>
          <p:cNvPr id="3" name="Text 1"/>
          <p:cNvSpPr/>
          <p:nvPr/>
        </p:nvSpPr>
        <p:spPr>
          <a:xfrm>
            <a:off x="1005840" y="1645920"/>
            <a:ext cx="10058400" cy="1463040"/>
          </a:xfrm>
          <a:prstGeom prst="rect">
            <a:avLst/>
          </a:prstGeom>
          <a:noFill/>
          <a:ln/>
        </p:spPr>
        <p:txBody>
          <a:bodyPr wrap="square" lIns="0" tIns="0" rIns="0" bIns="0" rtlCol="0" anchor="t"/>
          <a:lstStyle/>
          <a:p>
            <a:pPr indent="0" marL="0">
              <a:buNone/>
            </a:pPr>
            <a:r>
              <a:rPr lang="en-US" sz="4400" b="1" dirty="0">
                <a:solidFill>
                  <a:srgbClr val="18202D"/>
                </a:solidFill>
                <a:latin typeface="Calibri" pitchFamily="34" charset="0"/>
                <a:ea typeface="Calibri" pitchFamily="34" charset="-122"/>
                <a:cs typeface="Calibri" pitchFamily="34" charset="-120"/>
              </a:rPr>
              <a:t>Final Presentation</a:t>
            </a:r>
            <a:endParaRPr lang="en-US" sz="4400" dirty="0"/>
          </a:p>
        </p:txBody>
      </p:sp>
      <p:sp>
        <p:nvSpPr>
          <p:cNvPr id="4" name="Text 2"/>
          <p:cNvSpPr/>
          <p:nvPr/>
        </p:nvSpPr>
        <p:spPr>
          <a:xfrm>
            <a:off x="1005840" y="3200400"/>
            <a:ext cx="10058400" cy="548640"/>
          </a:xfrm>
          <a:prstGeom prst="rect">
            <a:avLst/>
          </a:prstGeom>
          <a:noFill/>
          <a:ln/>
        </p:spPr>
        <p:txBody>
          <a:bodyPr wrap="square" lIns="0" tIns="0" rIns="0" bIns="0" rtlCol="0" anchor="ctr"/>
          <a:lstStyle/>
          <a:p>
            <a:pPr indent="0" marL="0">
              <a:buNone/>
            </a:pPr>
            <a:r>
              <a:rPr lang="en-US" sz="2200" dirty="0">
                <a:solidFill>
                  <a:srgbClr val="566071"/>
                </a:solidFill>
                <a:latin typeface="Calibri" pitchFamily="34" charset="0"/>
                <a:ea typeface="Calibri" pitchFamily="34" charset="-122"/>
                <a:cs typeface="Calibri" pitchFamily="34" charset="-120"/>
              </a:rPr>
              <a:t>Session 1: The Phase I engineering package and its design review</a:t>
            </a:r>
            <a:endParaRPr lang="en-US" sz="2200" dirty="0"/>
          </a:p>
        </p:txBody>
      </p:sp>
      <p:sp>
        <p:nvSpPr>
          <p:cNvPr id="5" name="Text 3"/>
          <p:cNvSpPr/>
          <p:nvPr/>
        </p:nvSpPr>
        <p:spPr>
          <a:xfrm>
            <a:off x="1005840" y="3931920"/>
            <a:ext cx="7772400" cy="1596136"/>
          </a:xfrm>
          <a:prstGeom prst="rect">
            <a:avLst/>
          </a:prstGeom>
          <a:noFill/>
          <a:ln/>
        </p:spPr>
        <p:txBody>
          <a:bodyPr wrap="square" lIns="25400" tIns="25400" rIns="25400" bIns="25400" rtlCol="0" anchor="t"/>
          <a:lstStyle/>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Today: the package, its audit and the design review</a:t>
            </a:r>
            <a:endParaRPr lang="en-US" sz="2000" dirty="0"/>
          </a:p>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Session 2: presenting and defending your decisions; the review itself</a:t>
            </a:r>
            <a:endParaRPr lang="en-US" sz="2000" dirty="0"/>
          </a:p>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Your output: the Systems Thinking Engineering Package</a:t>
            </a:r>
            <a:endParaRPr lang="en-US" sz="2000" dirty="0"/>
          </a:p>
        </p:txBody>
      </p:sp>
      <p:sp>
        <p:nvSpPr>
          <p:cNvPr id="25" name="Slide Number Placeholder 0"/>
          <p:cNvSpPr>
            <a:spLocks noGrp="1"/>
          </p:cNvSpPr>
          <p:nvPr>
            <p:ph type="sldNum" sz="quarter" idx="4294967295"/>
          </p:nvPr>
        </p:nvSpPr>
        <p:spPr>
          <a:xfrm>
            <a:off x="10728655" y="6400800"/>
            <a:ext cx="91440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18202D"/>
                </a:solidFill>
                <a:latin typeface="Calibri"/>
                <a:ea typeface="Calibri"/>
                <a:cs typeface="Calibri"/>
              </a:defRPr>
            </a:lvl1pPr>
          </a:lstStyle>
          <a:p>
            <a:pPr algn="r"/>
            <a:fld id="{F7021451-1387-4CA6-816F-3879F97B5CBC}" type="slidenum">
              <a:rPr b="1"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48640" y="292608"/>
            <a:ext cx="11094415" cy="731520"/>
          </a:xfrm>
          <a:prstGeom prst="rect">
            <a:avLst/>
          </a:prstGeom>
          <a:noFill/>
          <a:ln/>
        </p:spPr>
        <p:txBody>
          <a:bodyPr wrap="square" lIns="0" tIns="0" rIns="0" bIns="0" rtlCol="0" anchor="b"/>
          <a:lstStyle/>
          <a:p>
            <a:pPr indent="0" marL="0">
              <a:buNone/>
            </a:pPr>
            <a:r>
              <a:rPr lang="en-US" sz="3000" b="1" dirty="0">
                <a:solidFill>
                  <a:srgbClr val="18202D"/>
                </a:solidFill>
                <a:latin typeface="Calibri" pitchFamily="34" charset="0"/>
                <a:ea typeface="Calibri" pitchFamily="34" charset="-122"/>
                <a:cs typeface="Calibri" pitchFamily="34" charset="-120"/>
              </a:rPr>
              <a:t>The driving question: is the package ready to become a model?</a:t>
            </a:r>
            <a:endParaRPr lang="en-US" sz="3000" dirty="0"/>
          </a:p>
        </p:txBody>
      </p:sp>
      <p:sp>
        <p:nvSpPr>
          <p:cNvPr id="3" name="Shape 1"/>
          <p:cNvSpPr/>
          <p:nvPr/>
        </p:nvSpPr>
        <p:spPr>
          <a:xfrm>
            <a:off x="548640" y="1280160"/>
            <a:ext cx="11094415" cy="1057148"/>
          </a:xfrm>
          <a:prstGeom prst="roundRect">
            <a:avLst>
              <a:gd name="adj" fmla="val 5190"/>
            </a:avLst>
          </a:prstGeom>
          <a:solidFill>
            <a:srgbClr val="ECEFF3"/>
          </a:solidFill>
          <a:ln w="12700">
            <a:solidFill>
              <a:srgbClr val="D3D9E1"/>
            </a:solidFill>
            <a:prstDash val="solid"/>
          </a:ln>
        </p:spPr>
      </p:sp>
      <p:sp>
        <p:nvSpPr>
          <p:cNvPr id="4" name="Text 2"/>
          <p:cNvSpPr/>
          <p:nvPr/>
        </p:nvSpPr>
        <p:spPr>
          <a:xfrm>
            <a:off x="685800" y="1280160"/>
            <a:ext cx="10820095" cy="1057148"/>
          </a:xfrm>
          <a:prstGeom prst="rect">
            <a:avLst/>
          </a:prstGeom>
          <a:noFill/>
          <a:ln/>
        </p:spPr>
        <p:txBody>
          <a:bodyPr wrap="square" lIns="38100" tIns="38100" rIns="38100" bIns="38100" rtlCol="0" anchor="ctr"/>
          <a:lstStyle/>
          <a:p>
            <a:pPr indent="0" marL="0">
              <a:buNone/>
            </a:pPr>
            <a:r>
              <a:rPr lang="en-US" sz="1200" b="1" spc="100" kern="0" dirty="0">
                <a:solidFill>
                  <a:srgbClr val="18202D"/>
                </a:solidFill>
                <a:latin typeface="Calibri" pitchFamily="34" charset="0"/>
                <a:ea typeface="Calibri" pitchFamily="34" charset="-122"/>
                <a:cs typeface="Calibri" pitchFamily="34" charset="-120"/>
              </a:rPr>
              <a:t>SCENARIO (FICTIONAL)</a:t>
            </a:r>
            <a:endParaRPr lang="en-US" sz="1200" dirty="0"/>
          </a:p>
          <a:p>
            <a:pPr indent="0" marL="0">
              <a:buNone/>
            </a:pPr>
            <a:r>
              <a:rPr lang="en-US" sz="1700" dirty="0">
                <a:solidFill>
                  <a:srgbClr val="18202D"/>
                </a:solidFill>
                <a:latin typeface="Calibri" pitchFamily="34" charset="0"/>
                <a:ea typeface="Calibri" pitchFamily="34" charset="-122"/>
                <a:cs typeface="Calibri" pitchFamily="34" charset="-120"/>
              </a:rPr>
              <a:t>AeroLink’s six weekly records are done. The package holds 265 IDs and some items are still open. The board asks: is it ready to become the baseline of a SysML v2 model?</a:t>
            </a:r>
            <a:endParaRPr lang="en-US" sz="1200" dirty="0"/>
          </a:p>
        </p:txBody>
      </p:sp>
      <p:sp>
        <p:nvSpPr>
          <p:cNvPr id="5" name="Text 3"/>
          <p:cNvSpPr/>
          <p:nvPr/>
        </p:nvSpPr>
        <p:spPr>
          <a:xfrm>
            <a:off x="548640" y="2501900"/>
            <a:ext cx="11094415" cy="1286256"/>
          </a:xfrm>
          <a:prstGeom prst="rect">
            <a:avLst/>
          </a:prstGeom>
          <a:noFill/>
          <a:ln/>
        </p:spPr>
        <p:txBody>
          <a:bodyPr wrap="square" lIns="25400" tIns="25400" rIns="25400" bIns="25400" rtlCol="0" anchor="t"/>
          <a:lstStyle/>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A: Not ready: items are still open</a:t>
            </a:r>
            <a:endParaRPr lang="en-US" sz="2000" dirty="0"/>
          </a:p>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B: Ready: every week was submitted</a:t>
            </a:r>
            <a:endParaRPr lang="en-US" sz="2000" dirty="0"/>
          </a:p>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C: Ready with conditions, if every gap is dispositioned and owned</a:t>
            </a:r>
            <a:endParaRPr lang="en-US" sz="2000" dirty="0"/>
          </a:p>
        </p:txBody>
      </p:sp>
      <p:sp>
        <p:nvSpPr>
          <p:cNvPr id="25" name="Slide Number Placeholder 0"/>
          <p:cNvSpPr>
            <a:spLocks noGrp="1"/>
          </p:cNvSpPr>
          <p:nvPr>
            <p:ph type="sldNum" sz="quarter" idx="4294967295"/>
          </p:nvPr>
        </p:nvSpPr>
        <p:spPr>
          <a:xfrm>
            <a:off x="10728655" y="6400800"/>
            <a:ext cx="91440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18202D"/>
                </a:solidFill>
                <a:latin typeface="Calibri"/>
                <a:ea typeface="Calibri"/>
                <a:cs typeface="Calibri"/>
              </a:defRPr>
            </a:lvl1pPr>
          </a:lstStyle>
          <a:p>
            <a:pPr algn="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48640" y="5991225"/>
            <a:ext cx="11094415" cy="272415"/>
          </a:xfrm>
          <a:prstGeom prst="rect">
            <a:avLst/>
          </a:prstGeom>
          <a:noFill/>
          <a:ln/>
        </p:spPr>
        <p:txBody>
          <a:bodyPr wrap="square" lIns="0" tIns="0" rIns="0" bIns="0" rtlCol="0" anchor="b"/>
          <a:lstStyle/>
          <a:p>
            <a:pPr indent="0" marL="0">
              <a:buNone/>
            </a:pPr>
            <a:r>
              <a:rPr lang="en-US" sz="1050" b="1" dirty="0">
                <a:solidFill>
                  <a:srgbClr val="18202D"/>
                </a:solidFill>
                <a:latin typeface="Calibri" pitchFamily="34" charset="0"/>
                <a:ea typeface="Calibri" pitchFamily="34" charset="-122"/>
                <a:cs typeface="Calibri" pitchFamily="34" charset="-120"/>
              </a:rPr>
              <a:t>Figure. </a:t>
            </a:r>
            <a:pPr indent="0" marL="0">
              <a:buNone/>
            </a:pPr>
            <a:r>
              <a:rPr lang="en-US" sz="1050" dirty="0">
                <a:solidFill>
                  <a:srgbClr val="566071"/>
                </a:solidFill>
                <a:latin typeface="Calibri" pitchFamily="34" charset="0"/>
                <a:ea typeface="Calibri" pitchFamily="34" charset="-122"/>
                <a:cs typeface="Calibri" pitchFamily="34" charset="-120"/>
              </a:rPr>
              <a:t>Six weekly exports become one package; the review decides whether it is the baseline Week 8 starts from.</a:t>
            </a:r>
            <a:endParaRPr lang="en-US" sz="1050" dirty="0"/>
          </a:p>
        </p:txBody>
      </p:sp>
      <p:sp>
        <p:nvSpPr>
          <p:cNvPr id="3" name="Text 1"/>
          <p:cNvSpPr/>
          <p:nvPr/>
        </p:nvSpPr>
        <p:spPr>
          <a:xfrm>
            <a:off x="548640" y="292608"/>
            <a:ext cx="11094415" cy="731520"/>
          </a:xfrm>
          <a:prstGeom prst="rect">
            <a:avLst/>
          </a:prstGeom>
          <a:noFill/>
          <a:ln/>
        </p:spPr>
        <p:txBody>
          <a:bodyPr wrap="square" lIns="0" tIns="0" rIns="0" bIns="0" rtlCol="0" anchor="b"/>
          <a:lstStyle/>
          <a:p>
            <a:pPr indent="0" marL="0">
              <a:buNone/>
            </a:pPr>
            <a:r>
              <a:rPr lang="en-US" sz="3000" b="1" dirty="0">
                <a:solidFill>
                  <a:srgbClr val="18202D"/>
                </a:solidFill>
                <a:latin typeface="Calibri" pitchFamily="34" charset="0"/>
                <a:ea typeface="Calibri" pitchFamily="34" charset="-122"/>
                <a:cs typeface="Calibri" pitchFamily="34" charset="-120"/>
              </a:rPr>
              <a:t>Where Week 7 sits: six weeks in, one model out</a:t>
            </a:r>
            <a:endParaRPr lang="en-US" sz="3000" dirty="0"/>
          </a:p>
        </p:txBody>
      </p:sp>
      <p:pic>
        <p:nvPicPr>
          <p:cNvPr id="4" name="Image 0" descr="Six small boxes on the left, labeled Week 1 to Week 6, feed arrows into one box labeled package. An arrow leads from the package through a gate labeled review to a box on the right labeled Week 8 model.">    </p:cNvPr>
          <p:cNvPicPr>
            <a:picLocks noChangeAspect="1"/>
          </p:cNvPicPr>
          <p:nvPr/>
        </p:nvPicPr>
        <p:blipFill>
          <a:blip r:embed="rId1"/>
          <a:stretch>
            <a:fillRect/>
          </a:stretch>
        </p:blipFill>
        <p:spPr>
          <a:xfrm>
            <a:off x="548640" y="1702805"/>
            <a:ext cx="6379289" cy="3728615"/>
          </a:xfrm>
          <a:prstGeom prst="rect">
            <a:avLst/>
          </a:prstGeom>
        </p:spPr>
      </p:pic>
      <p:sp>
        <p:nvSpPr>
          <p:cNvPr id="5" name="Text 2"/>
          <p:cNvSpPr/>
          <p:nvPr/>
        </p:nvSpPr>
        <p:spPr>
          <a:xfrm>
            <a:off x="7293689" y="1280160"/>
            <a:ext cx="4349366" cy="2917952"/>
          </a:xfrm>
          <a:prstGeom prst="rect">
            <a:avLst/>
          </a:prstGeom>
          <a:noFill/>
          <a:ln/>
        </p:spPr>
        <p:txBody>
          <a:bodyPr wrap="square" lIns="25400" tIns="25400" rIns="25400" bIns="25400" rtlCol="0" anchor="t"/>
          <a:lstStyle/>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Weeks 1–6: six records, six exports</a:t>
            </a:r>
            <a:endParaRPr lang="en-US" sz="2000" dirty="0"/>
          </a:p>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Week 7: one package, audited and reviewed</a:t>
            </a:r>
            <a:endParaRPr lang="en-US" sz="2000" dirty="0"/>
          </a:p>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Week 8: the package becomes model v0.1</a:t>
            </a:r>
            <a:endParaRPr lang="en-US" sz="2000" dirty="0"/>
          </a:p>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Every inconsistency left now becomes a modeling defect</a:t>
            </a:r>
            <a:endParaRPr lang="en-US" sz="2000" dirty="0"/>
          </a:p>
        </p:txBody>
      </p:sp>
      <p:sp>
        <p:nvSpPr>
          <p:cNvPr id="25" name="Slide Number Placeholder 0"/>
          <p:cNvSpPr>
            <a:spLocks noGrp="1"/>
          </p:cNvSpPr>
          <p:nvPr>
            <p:ph type="sldNum" sz="quarter" idx="4294967295"/>
          </p:nvPr>
        </p:nvSpPr>
        <p:spPr>
          <a:xfrm>
            <a:off x="10728655" y="6400800"/>
            <a:ext cx="91440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18202D"/>
                </a:solidFill>
                <a:latin typeface="Calibri"/>
                <a:ea typeface="Calibri"/>
                <a:cs typeface="Calibri"/>
              </a:defRPr>
            </a:lvl1pPr>
          </a:lstStyle>
          <a:p>
            <a:pPr algn="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48640" y="5991225"/>
            <a:ext cx="11094415" cy="272415"/>
          </a:xfrm>
          <a:prstGeom prst="rect">
            <a:avLst/>
          </a:prstGeom>
          <a:noFill/>
          <a:ln/>
        </p:spPr>
        <p:txBody>
          <a:bodyPr wrap="square" lIns="0" tIns="0" rIns="0" bIns="0" rtlCol="0" anchor="b"/>
          <a:lstStyle/>
          <a:p>
            <a:pPr indent="0" marL="0">
              <a:buNone/>
            </a:pPr>
            <a:r>
              <a:rPr lang="en-US" sz="1050" b="1" dirty="0">
                <a:solidFill>
                  <a:srgbClr val="18202D"/>
                </a:solidFill>
                <a:latin typeface="Calibri" pitchFamily="34" charset="0"/>
                <a:ea typeface="Calibri" pitchFamily="34" charset="-122"/>
                <a:cs typeface="Calibri" pitchFamily="34" charset="-120"/>
              </a:rPr>
              <a:t>Sources: </a:t>
            </a:r>
            <a:pPr indent="0" marL="0">
              <a:buNone/>
            </a:pPr>
            <a:r>
              <a:rPr lang="en-US" sz="1050" dirty="0">
                <a:solidFill>
                  <a:srgbClr val="566071"/>
                </a:solidFill>
                <a:latin typeface="Calibri" pitchFamily="34" charset="0"/>
                <a:ea typeface="Calibri" pitchFamily="34" charset="-122"/>
                <a:cs typeface="Calibri" pitchFamily="34" charset="-120"/>
              </a:rPr>
              <a:t>R36 p.498; R36 p.499</a:t>
            </a:r>
            <a:endParaRPr lang="en-US" sz="1050" dirty="0"/>
          </a:p>
        </p:txBody>
      </p:sp>
      <p:sp>
        <p:nvSpPr>
          <p:cNvPr id="3" name="Text 1"/>
          <p:cNvSpPr/>
          <p:nvPr/>
        </p:nvSpPr>
        <p:spPr>
          <a:xfrm>
            <a:off x="548640" y="292608"/>
            <a:ext cx="11094415" cy="731520"/>
          </a:xfrm>
          <a:prstGeom prst="rect">
            <a:avLst/>
          </a:prstGeom>
          <a:noFill/>
          <a:ln/>
        </p:spPr>
        <p:txBody>
          <a:bodyPr wrap="square" lIns="0" tIns="0" rIns="0" bIns="0" rtlCol="0" anchor="b"/>
          <a:lstStyle/>
          <a:p>
            <a:pPr indent="0" marL="0">
              <a:buNone/>
            </a:pPr>
            <a:r>
              <a:rPr lang="en-US" sz="3000" b="1" dirty="0">
                <a:solidFill>
                  <a:srgbClr val="18202D"/>
                </a:solidFill>
                <a:latin typeface="Calibri" pitchFamily="34" charset="0"/>
                <a:ea typeface="Calibri" pitchFamily="34" charset="-122"/>
                <a:cs typeface="Calibri" pitchFamily="34" charset="-120"/>
              </a:rPr>
              <a:t>The package is a baseline: the reference point for every later change</a:t>
            </a:r>
            <a:endParaRPr lang="en-US" sz="3000" dirty="0"/>
          </a:p>
        </p:txBody>
      </p:sp>
      <p:sp>
        <p:nvSpPr>
          <p:cNvPr id="4" name="Shape 2"/>
          <p:cNvSpPr/>
          <p:nvPr/>
        </p:nvSpPr>
        <p:spPr>
          <a:xfrm>
            <a:off x="548640" y="1280160"/>
            <a:ext cx="11094415" cy="1532128"/>
          </a:xfrm>
          <a:prstGeom prst="rect">
            <a:avLst/>
          </a:prstGeom>
          <a:solidFill>
            <a:srgbClr val="E1EFF4"/>
          </a:solidFill>
          <a:ln w="12700">
            <a:solidFill>
              <a:srgbClr val="E1EFF4"/>
            </a:solidFill>
            <a:prstDash val="solid"/>
          </a:ln>
        </p:spPr>
      </p:sp>
      <p:sp>
        <p:nvSpPr>
          <p:cNvPr id="5" name="Shape 3"/>
          <p:cNvSpPr/>
          <p:nvPr/>
        </p:nvSpPr>
        <p:spPr>
          <a:xfrm>
            <a:off x="548640" y="1280160"/>
            <a:ext cx="73152" cy="1532128"/>
          </a:xfrm>
          <a:prstGeom prst="rect">
            <a:avLst/>
          </a:prstGeom>
          <a:solidFill>
            <a:srgbClr val="0F6E8C"/>
          </a:solidFill>
          <a:ln w="12700">
            <a:solidFill>
              <a:srgbClr val="0F6E8C"/>
            </a:solidFill>
            <a:prstDash val="solid"/>
          </a:ln>
        </p:spPr>
      </p:sp>
      <p:sp>
        <p:nvSpPr>
          <p:cNvPr id="6" name="Text 4"/>
          <p:cNvSpPr/>
          <p:nvPr/>
        </p:nvSpPr>
        <p:spPr>
          <a:xfrm>
            <a:off x="777240" y="1280160"/>
            <a:ext cx="10728655" cy="1532128"/>
          </a:xfrm>
          <a:prstGeom prst="rect">
            <a:avLst/>
          </a:prstGeom>
          <a:noFill/>
          <a:ln/>
        </p:spPr>
        <p:txBody>
          <a:bodyPr wrap="square" lIns="50800" tIns="50800" rIns="50800" bIns="50800" rtlCol="0" anchor="ctr"/>
          <a:lstStyle/>
          <a:p>
            <a:pPr indent="0" marL="0">
              <a:buNone/>
            </a:pPr>
            <a:r>
              <a:rPr lang="en-US" sz="1300" b="1" spc="100" kern="0" dirty="0">
                <a:solidFill>
                  <a:srgbClr val="18202D"/>
                </a:solidFill>
                <a:latin typeface="Calibri" pitchFamily="34" charset="0"/>
                <a:ea typeface="Calibri" pitchFamily="34" charset="-122"/>
                <a:cs typeface="Calibri" pitchFamily="34" charset="-120"/>
              </a:rPr>
              <a:t>CONFIGURATION BASELINE</a:t>
            </a:r>
            <a:endParaRPr lang="en-US" sz="1300" dirty="0"/>
          </a:p>
          <a:p>
            <a:pPr indent="0" marL="0">
              <a:buNone/>
            </a:pPr>
            <a:r>
              <a:rPr lang="en-US" sz="2200" dirty="0">
                <a:solidFill>
                  <a:srgbClr val="18202D"/>
                </a:solidFill>
                <a:latin typeface="Calibri" pitchFamily="34" charset="0"/>
                <a:ea typeface="Calibri" pitchFamily="34" charset="-122"/>
                <a:cs typeface="Calibri" pitchFamily="34" charset="-120"/>
              </a:rPr>
              <a:t>A formally approved snapshot of a system’s attributes at a specific point in its development</a:t>
            </a:r>
            <a:endParaRPr lang="en-US" sz="1300" dirty="0"/>
          </a:p>
          <a:p>
            <a:pPr indent="0" marL="0">
              <a:spcBef>
                <a:spcPts val="600"/>
              </a:spcBef>
              <a:buNone/>
            </a:pPr>
            <a:r>
              <a:rPr lang="en-US" sz="1100" dirty="0">
                <a:solidFill>
                  <a:srgbClr val="0F6E8C"/>
                </a:solidFill>
                <a:latin typeface="Calibri" pitchFamily="34" charset="0"/>
                <a:ea typeface="Calibri" pitchFamily="34" charset="-122"/>
                <a:cs typeface="Calibri" pitchFamily="34" charset="-120"/>
              </a:rPr>
              <a:t>R36 · SEBoK v2.14 (2026), "Configuration Baselines", p.498</a:t>
            </a:r>
            <a:endParaRPr lang="en-US" sz="1300" dirty="0"/>
          </a:p>
        </p:txBody>
      </p:sp>
      <p:sp>
        <p:nvSpPr>
          <p:cNvPr id="7" name="Text 5"/>
          <p:cNvSpPr/>
          <p:nvPr/>
        </p:nvSpPr>
        <p:spPr>
          <a:xfrm>
            <a:off x="548640" y="2976880"/>
            <a:ext cx="11094415" cy="1286256"/>
          </a:xfrm>
          <a:prstGeom prst="rect">
            <a:avLst/>
          </a:prstGeom>
          <a:noFill/>
          <a:ln/>
        </p:spPr>
        <p:txBody>
          <a:bodyPr wrap="square" lIns="25400" tIns="25400" rIns="25400" bIns="25400" rtlCol="0" anchor="t"/>
          <a:lstStyle/>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A reference point that guides and controls later change</a:t>
            </a:r>
            <a:endParaRPr lang="en-US" sz="2000" dirty="0"/>
          </a:p>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Its content can be digital: models, databases, files</a:t>
            </a:r>
            <a:endParaRPr lang="en-US" sz="2000" dirty="0"/>
          </a:p>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Your package: the Phase I baseline Week 8 changes from</a:t>
            </a:r>
            <a:endParaRPr lang="en-US" sz="2000" dirty="0"/>
          </a:p>
        </p:txBody>
      </p:sp>
      <p:sp>
        <p:nvSpPr>
          <p:cNvPr id="25" name="Slide Number Placeholder 0"/>
          <p:cNvSpPr>
            <a:spLocks noGrp="1"/>
          </p:cNvSpPr>
          <p:nvPr>
            <p:ph type="sldNum" sz="quarter" idx="4294967295"/>
          </p:nvPr>
        </p:nvSpPr>
        <p:spPr>
          <a:xfrm>
            <a:off x="10728655" y="6400800"/>
            <a:ext cx="91440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18202D"/>
                </a:solidFill>
                <a:latin typeface="Calibri"/>
                <a:ea typeface="Calibri"/>
                <a:cs typeface="Calibri"/>
              </a:defRPr>
            </a:lvl1pPr>
          </a:lstStyle>
          <a:p>
            <a:pPr algn="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48640" y="5991225"/>
            <a:ext cx="11094415" cy="272415"/>
          </a:xfrm>
          <a:prstGeom prst="rect">
            <a:avLst/>
          </a:prstGeom>
          <a:noFill/>
          <a:ln/>
        </p:spPr>
        <p:txBody>
          <a:bodyPr wrap="square" lIns="0" tIns="0" rIns="0" bIns="0" rtlCol="0" anchor="b"/>
          <a:lstStyle/>
          <a:p>
            <a:pPr indent="0" marL="0">
              <a:buNone/>
            </a:pPr>
            <a:r>
              <a:rPr lang="en-US" sz="1050" b="1" dirty="0">
                <a:solidFill>
                  <a:srgbClr val="18202D"/>
                </a:solidFill>
                <a:latin typeface="Calibri" pitchFamily="34" charset="0"/>
                <a:ea typeface="Calibri" pitchFamily="34" charset="-122"/>
                <a:cs typeface="Calibri" pitchFamily="34" charset="-120"/>
              </a:rPr>
              <a:t>Figure. </a:t>
            </a:r>
            <a:pPr indent="0" marL="0">
              <a:buNone/>
            </a:pPr>
            <a:r>
              <a:rPr lang="en-US" sz="1050" dirty="0">
                <a:solidFill>
                  <a:srgbClr val="566071"/>
                </a:solidFill>
                <a:latin typeface="Calibri" pitchFamily="34" charset="0"/>
                <a:ea typeface="Calibri" pitchFamily="34" charset="-122"/>
                <a:cs typeface="Calibri" pitchFamily="34" charset="-120"/>
              </a:rPr>
              <a:t>The eleven sections of the package, each marked with the week that supplies it.</a:t>
            </a:r>
            <a:endParaRPr lang="en-US" sz="1050" dirty="0"/>
          </a:p>
        </p:txBody>
      </p:sp>
      <p:sp>
        <p:nvSpPr>
          <p:cNvPr id="3" name="Text 1"/>
          <p:cNvSpPr/>
          <p:nvPr/>
        </p:nvSpPr>
        <p:spPr>
          <a:xfrm>
            <a:off x="548640" y="292608"/>
            <a:ext cx="11094415" cy="731520"/>
          </a:xfrm>
          <a:prstGeom prst="rect">
            <a:avLst/>
          </a:prstGeom>
          <a:noFill/>
          <a:ln/>
        </p:spPr>
        <p:txBody>
          <a:bodyPr wrap="square" lIns="0" tIns="0" rIns="0" bIns="0" rtlCol="0" anchor="b"/>
          <a:lstStyle/>
          <a:p>
            <a:pPr indent="0" marL="0">
              <a:buNone/>
            </a:pPr>
            <a:r>
              <a:rPr lang="en-US" sz="3000" b="1" dirty="0">
                <a:solidFill>
                  <a:srgbClr val="18202D"/>
                </a:solidFill>
                <a:latin typeface="Calibri" pitchFamily="34" charset="0"/>
                <a:ea typeface="Calibri" pitchFamily="34" charset="-122"/>
                <a:cs typeface="Calibri" pitchFamily="34" charset="-120"/>
              </a:rPr>
              <a:t>What the package contains</a:t>
            </a:r>
            <a:endParaRPr lang="en-US" sz="3000" dirty="0"/>
          </a:p>
        </p:txBody>
      </p:sp>
      <p:pic>
        <p:nvPicPr>
          <p:cNvPr id="4" name="Image 0" descr="A stack of eleven tabs, top to bottom: 1 Executive summary; 2 Enterprise, problem and mission; 3 Stakeholders and needs; 4 ConOps, scenarios and requirements; 5 Technology, risk and the trade study; 6 Architecture and information view; 7 Components and interfaces; 8 Evolution roadmap; 9 Consistency and trace audit; 10 Open items and lessons learned; 11 AI usage summary. Each tab carries a small label naming its week: Weeks 1 to 6 for the earlier records, Week 7 for the summary, the audit, the lessons and the AI summary.">    </p:cNvPr>
          <p:cNvPicPr>
            <a:picLocks noChangeAspect="1"/>
          </p:cNvPicPr>
          <p:nvPr/>
        </p:nvPicPr>
        <p:blipFill>
          <a:blip r:embed="rId1"/>
          <a:stretch>
            <a:fillRect/>
          </a:stretch>
        </p:blipFill>
        <p:spPr>
          <a:xfrm>
            <a:off x="548640" y="1702805"/>
            <a:ext cx="6379289" cy="3728615"/>
          </a:xfrm>
          <a:prstGeom prst="rect">
            <a:avLst/>
          </a:prstGeom>
        </p:spPr>
      </p:pic>
      <p:sp>
        <p:nvSpPr>
          <p:cNvPr id="5" name="Text 2"/>
          <p:cNvSpPr/>
          <p:nvPr/>
        </p:nvSpPr>
        <p:spPr>
          <a:xfrm>
            <a:off x="7293689" y="1280160"/>
            <a:ext cx="4349366" cy="2917952"/>
          </a:xfrm>
          <a:prstGeom prst="rect">
            <a:avLst/>
          </a:prstGeom>
          <a:noFill/>
          <a:ln/>
        </p:spPr>
        <p:txBody>
          <a:bodyPr wrap="square" lIns="25400" tIns="25400" rIns="25400" bIns="25400" rtlCol="0" anchor="t"/>
          <a:lstStyle/>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Built from all six weekly exports</a:t>
            </a:r>
            <a:endParaRPr lang="en-US" sz="2000" dirty="0"/>
          </a:p>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Plus: executive summary, consistency and trace audit</a:t>
            </a:r>
            <a:endParaRPr lang="en-US" sz="2000" dirty="0"/>
          </a:p>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Plus: open items, lessons learned and an AI usage summary</a:t>
            </a:r>
            <a:endParaRPr lang="en-US" sz="2000" dirty="0"/>
          </a:p>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Course convention: no source defines this package</a:t>
            </a:r>
            <a:endParaRPr lang="en-US" sz="2000" dirty="0"/>
          </a:p>
        </p:txBody>
      </p:sp>
      <p:sp>
        <p:nvSpPr>
          <p:cNvPr id="25" name="Slide Number Placeholder 0"/>
          <p:cNvSpPr>
            <a:spLocks noGrp="1"/>
          </p:cNvSpPr>
          <p:nvPr>
            <p:ph type="sldNum" sz="quarter" idx="4294967295"/>
          </p:nvPr>
        </p:nvSpPr>
        <p:spPr>
          <a:xfrm>
            <a:off x="10728655" y="6400800"/>
            <a:ext cx="91440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18202D"/>
                </a:solidFill>
                <a:latin typeface="Calibri"/>
                <a:ea typeface="Calibri"/>
                <a:cs typeface="Calibri"/>
              </a:defRPr>
            </a:lvl1pPr>
          </a:lstStyle>
          <a:p>
            <a:pPr algn="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48640" y="5991225"/>
            <a:ext cx="11094415" cy="272415"/>
          </a:xfrm>
          <a:prstGeom prst="rect">
            <a:avLst/>
          </a:prstGeom>
          <a:noFill/>
          <a:ln/>
        </p:spPr>
        <p:txBody>
          <a:bodyPr wrap="square" lIns="0" tIns="0" rIns="0" bIns="0" rtlCol="0" anchor="b"/>
          <a:lstStyle/>
          <a:p>
            <a:pPr indent="0" marL="0">
              <a:buNone/>
            </a:pPr>
            <a:r>
              <a:rPr lang="en-US" sz="1050" b="1" dirty="0">
                <a:solidFill>
                  <a:srgbClr val="18202D"/>
                </a:solidFill>
                <a:latin typeface="Calibri" pitchFamily="34" charset="0"/>
                <a:ea typeface="Calibri" pitchFamily="34" charset="-122"/>
                <a:cs typeface="Calibri" pitchFamily="34" charset="-120"/>
              </a:rPr>
              <a:t>Sources: </a:t>
            </a:r>
            <a:pPr indent="0" marL="0">
              <a:buNone/>
            </a:pPr>
            <a:r>
              <a:rPr lang="en-US" sz="1050" dirty="0">
                <a:solidFill>
                  <a:srgbClr val="566071"/>
                </a:solidFill>
                <a:latin typeface="Calibri" pitchFamily="34" charset="0"/>
                <a:ea typeface="Calibri" pitchFamily="34" charset="-122"/>
                <a:cs typeface="Calibri" pitchFamily="34" charset="-120"/>
              </a:rPr>
              <a:t>R56 p.389; R45 p.119</a:t>
            </a:r>
            <a:endParaRPr lang="en-US" sz="1050" dirty="0"/>
          </a:p>
        </p:txBody>
      </p:sp>
      <p:sp>
        <p:nvSpPr>
          <p:cNvPr id="3" name="Text 1"/>
          <p:cNvSpPr/>
          <p:nvPr/>
        </p:nvSpPr>
        <p:spPr>
          <a:xfrm>
            <a:off x="548640" y="292608"/>
            <a:ext cx="11094415" cy="731520"/>
          </a:xfrm>
          <a:prstGeom prst="rect">
            <a:avLst/>
          </a:prstGeom>
          <a:noFill/>
          <a:ln/>
        </p:spPr>
        <p:txBody>
          <a:bodyPr wrap="square" lIns="0" tIns="0" rIns="0" bIns="0" rtlCol="0" anchor="b"/>
          <a:lstStyle/>
          <a:p>
            <a:pPr indent="0" marL="0">
              <a:buNone/>
            </a:pPr>
            <a:r>
              <a:rPr lang="en-US" sz="3000" b="1" dirty="0">
                <a:solidFill>
                  <a:srgbClr val="18202D"/>
                </a:solidFill>
                <a:latin typeface="Calibri" pitchFamily="34" charset="0"/>
                <a:ea typeface="Calibri" pitchFamily="34" charset="-122"/>
                <a:cs typeface="Calibri" pitchFamily="34" charset="-120"/>
              </a:rPr>
              <a:t>A baseline records what is open, with its history</a:t>
            </a:r>
            <a:endParaRPr lang="en-US" sz="3000" dirty="0"/>
          </a:p>
        </p:txBody>
      </p:sp>
      <p:sp>
        <p:nvSpPr>
          <p:cNvPr id="4" name="Text 2"/>
          <p:cNvSpPr/>
          <p:nvPr/>
        </p:nvSpPr>
        <p:spPr>
          <a:xfrm>
            <a:off x="548640" y="1280160"/>
            <a:ext cx="11094415" cy="1678432"/>
          </a:xfrm>
          <a:prstGeom prst="rect">
            <a:avLst/>
          </a:prstGeom>
          <a:noFill/>
          <a:ln/>
        </p:spPr>
        <p:txBody>
          <a:bodyPr wrap="square" lIns="25400" tIns="25400" rIns="25400" bIns="25400" rtlCol="0" anchor="t"/>
          <a:lstStyle/>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A requirements baseline includes what could not be met</a:t>
            </a:r>
            <a:endParaRPr lang="en-US" sz="2000" dirty="0"/>
          </a:p>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Approved changes are incorporated, with rationale</a:t>
            </a:r>
            <a:endParaRPr lang="en-US" sz="2000" dirty="0"/>
          </a:p>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The traceability matrix keeps allocation history</a:t>
            </a:r>
            <a:endParaRPr lang="en-US" sz="2000" dirty="0"/>
          </a:p>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Open is acceptable; silent is not</a:t>
            </a:r>
            <a:endParaRPr lang="en-US" sz="2000" dirty="0"/>
          </a:p>
        </p:txBody>
      </p:sp>
      <p:sp>
        <p:nvSpPr>
          <p:cNvPr id="5" name="Shape 3"/>
          <p:cNvSpPr/>
          <p:nvPr/>
        </p:nvSpPr>
        <p:spPr>
          <a:xfrm>
            <a:off x="548640" y="3123184"/>
            <a:ext cx="11094415" cy="793750"/>
          </a:xfrm>
          <a:prstGeom prst="roundRect">
            <a:avLst>
              <a:gd name="adj" fmla="val 6912"/>
            </a:avLst>
          </a:prstGeom>
          <a:solidFill>
            <a:srgbClr val="E1EFF4"/>
          </a:solidFill>
          <a:ln w="12700">
            <a:solidFill>
              <a:srgbClr val="0F6E8C"/>
            </a:solidFill>
            <a:prstDash val="solid"/>
          </a:ln>
        </p:spPr>
      </p:sp>
      <p:sp>
        <p:nvSpPr>
          <p:cNvPr id="6" name="Text 4"/>
          <p:cNvSpPr/>
          <p:nvPr/>
        </p:nvSpPr>
        <p:spPr>
          <a:xfrm>
            <a:off x="685800" y="3123184"/>
            <a:ext cx="10820095" cy="793750"/>
          </a:xfrm>
          <a:prstGeom prst="rect">
            <a:avLst/>
          </a:prstGeom>
          <a:noFill/>
          <a:ln/>
        </p:spPr>
        <p:txBody>
          <a:bodyPr wrap="square" lIns="38100" tIns="38100" rIns="38100" bIns="38100" rtlCol="0" anchor="ctr"/>
          <a:lstStyle/>
          <a:p>
            <a:pPr indent="0" marL="0">
              <a:buNone/>
            </a:pPr>
            <a:r>
              <a:rPr lang="en-US" sz="1200" b="1" spc="100" kern="0" dirty="0">
                <a:solidFill>
                  <a:srgbClr val="18202D"/>
                </a:solidFill>
                <a:latin typeface="Calibri" pitchFamily="34" charset="0"/>
                <a:ea typeface="Calibri" pitchFamily="34" charset="-122"/>
                <a:cs typeface="Calibri" pitchFamily="34" charset="-120"/>
              </a:rPr>
              <a:t>KEY POINT</a:t>
            </a:r>
            <a:endParaRPr lang="en-US" sz="1200" dirty="0"/>
          </a:p>
          <a:p>
            <a:pPr indent="0" marL="0">
              <a:buNone/>
            </a:pPr>
            <a:r>
              <a:rPr lang="en-US" sz="1700" dirty="0">
                <a:solidFill>
                  <a:srgbClr val="18202D"/>
                </a:solidFill>
                <a:latin typeface="Calibri" pitchFamily="34" charset="0"/>
                <a:ea typeface="Calibri" pitchFamily="34" charset="-122"/>
                <a:cs typeface="Calibri" pitchFamily="34" charset="-120"/>
              </a:rPr>
              <a:t>An owned open item is a decision. An unrecorded gap is a defect.</a:t>
            </a:r>
            <a:endParaRPr lang="en-US" sz="1200" dirty="0"/>
          </a:p>
        </p:txBody>
      </p:sp>
      <p:sp>
        <p:nvSpPr>
          <p:cNvPr id="25" name="Slide Number Placeholder 0"/>
          <p:cNvSpPr>
            <a:spLocks noGrp="1"/>
          </p:cNvSpPr>
          <p:nvPr>
            <p:ph type="sldNum" sz="quarter" idx="4294967295"/>
          </p:nvPr>
        </p:nvSpPr>
        <p:spPr>
          <a:xfrm>
            <a:off x="10728655" y="6400800"/>
            <a:ext cx="91440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18202D"/>
                </a:solidFill>
                <a:latin typeface="Calibri"/>
                <a:ea typeface="Calibri"/>
                <a:cs typeface="Calibri"/>
              </a:defRPr>
            </a:lvl1pPr>
          </a:lstStyle>
          <a:p>
            <a:pPr algn="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48640" y="5828538"/>
            <a:ext cx="11094415" cy="435102"/>
          </a:xfrm>
          <a:prstGeom prst="rect">
            <a:avLst/>
          </a:prstGeom>
          <a:noFill/>
          <a:ln/>
        </p:spPr>
        <p:txBody>
          <a:bodyPr wrap="square" lIns="0" tIns="0" rIns="0" bIns="0" rtlCol="0" anchor="b"/>
          <a:lstStyle/>
          <a:p>
            <a:pPr indent="0" marL="0">
              <a:buNone/>
            </a:pPr>
            <a:r>
              <a:rPr lang="en-US" sz="1050" b="1" dirty="0">
                <a:solidFill>
                  <a:srgbClr val="18202D"/>
                </a:solidFill>
                <a:latin typeface="Calibri" pitchFamily="34" charset="0"/>
                <a:ea typeface="Calibri" pitchFamily="34" charset="-122"/>
                <a:cs typeface="Calibri" pitchFamily="34" charset="-120"/>
              </a:rPr>
              <a:t>Figure. </a:t>
            </a:r>
            <a:pPr indent="0" marL="0">
              <a:buNone/>
            </a:pPr>
            <a:r>
              <a:rPr lang="en-US" sz="1050" dirty="0">
                <a:solidFill>
                  <a:srgbClr val="566071"/>
                </a:solidFill>
                <a:latin typeface="Calibri" pitchFamily="34" charset="0"/>
                <a:ea typeface="Calibri" pitchFamily="34" charset="-122"/>
                <a:cs typeface="Calibri" pitchFamily="34" charset="-120"/>
              </a:rPr>
              <a:t>The executive summary skeleton: six fields, each one a gate in the package tool.</a:t>
            </a:r>
            <a:endParaRPr lang="en-US" sz="1050" dirty="0"/>
          </a:p>
          <a:p>
            <a:pPr indent="0" marL="0">
              <a:buNone/>
            </a:pPr>
            <a:r>
              <a:rPr lang="en-US" sz="1050" b="1" dirty="0">
                <a:solidFill>
                  <a:srgbClr val="18202D"/>
                </a:solidFill>
                <a:latin typeface="Calibri" pitchFamily="34" charset="0"/>
                <a:ea typeface="Calibri" pitchFamily="34" charset="-122"/>
                <a:cs typeface="Calibri" pitchFamily="34" charset="-120"/>
              </a:rPr>
              <a:t>Sources: </a:t>
            </a:r>
            <a:pPr indent="0" marL="0">
              <a:buNone/>
            </a:pPr>
            <a:r>
              <a:rPr lang="en-US" sz="1050" dirty="0">
                <a:solidFill>
                  <a:srgbClr val="566071"/>
                </a:solidFill>
                <a:latin typeface="Calibri" pitchFamily="34" charset="0"/>
                <a:ea typeface="Calibri" pitchFamily="34" charset="-122"/>
                <a:cs typeface="Calibri" pitchFamily="34" charset="-120"/>
              </a:rPr>
              <a:t>R18 p.473; R43 p.110</a:t>
            </a:r>
            <a:endParaRPr lang="en-US" sz="1050" dirty="0"/>
          </a:p>
        </p:txBody>
      </p:sp>
      <p:sp>
        <p:nvSpPr>
          <p:cNvPr id="3" name="Text 1"/>
          <p:cNvSpPr/>
          <p:nvPr/>
        </p:nvSpPr>
        <p:spPr>
          <a:xfrm>
            <a:off x="548640" y="292608"/>
            <a:ext cx="11094415" cy="731520"/>
          </a:xfrm>
          <a:prstGeom prst="rect">
            <a:avLst/>
          </a:prstGeom>
          <a:noFill/>
          <a:ln/>
        </p:spPr>
        <p:txBody>
          <a:bodyPr wrap="square" lIns="0" tIns="0" rIns="0" bIns="0" rtlCol="0" anchor="b"/>
          <a:lstStyle/>
          <a:p>
            <a:pPr indent="0" marL="0">
              <a:buNone/>
            </a:pPr>
            <a:r>
              <a:rPr lang="en-US" sz="3000" b="1" dirty="0">
                <a:solidFill>
                  <a:srgbClr val="18202D"/>
                </a:solidFill>
                <a:latin typeface="Calibri" pitchFamily="34" charset="0"/>
                <a:ea typeface="Calibri" pitchFamily="34" charset="-122"/>
                <a:cs typeface="Calibri" pitchFamily="34" charset="-120"/>
              </a:rPr>
              <a:t>The executive summary: six fields a decision maker reads first</a:t>
            </a:r>
            <a:endParaRPr lang="en-US" sz="3000" dirty="0"/>
          </a:p>
        </p:txBody>
      </p:sp>
      <p:pic>
        <p:nvPicPr>
          <p:cNvPr id="4" name="Image 0" descr="A one-page form with six labeled boxes, top to bottom: recommendation, why, conditions, residual risk, decisions needed, next increment. The why box holds three small ID tags; the residual risk box holds R tags.">    </p:cNvPr>
          <p:cNvPicPr>
            <a:picLocks noChangeAspect="1"/>
          </p:cNvPicPr>
          <p:nvPr/>
        </p:nvPicPr>
        <p:blipFill>
          <a:blip r:embed="rId1"/>
          <a:stretch>
            <a:fillRect/>
          </a:stretch>
        </p:blipFill>
        <p:spPr>
          <a:xfrm>
            <a:off x="548640" y="1621462"/>
            <a:ext cx="6379289" cy="3728615"/>
          </a:xfrm>
          <a:prstGeom prst="rect">
            <a:avLst/>
          </a:prstGeom>
        </p:spPr>
      </p:pic>
      <p:sp>
        <p:nvSpPr>
          <p:cNvPr id="5" name="Text 2"/>
          <p:cNvSpPr/>
          <p:nvPr/>
        </p:nvSpPr>
        <p:spPr>
          <a:xfrm>
            <a:off x="7293689" y="1280160"/>
            <a:ext cx="4349366" cy="3702304"/>
          </a:xfrm>
          <a:prstGeom prst="rect">
            <a:avLst/>
          </a:prstGeom>
          <a:noFill/>
          <a:ln/>
        </p:spPr>
        <p:txBody>
          <a:bodyPr wrap="square" lIns="25400" tIns="25400" rIns="25400" bIns="25400" rtlCol="0" anchor="t"/>
          <a:lstStyle/>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Recommendation: what you ask the decision maker to approve</a:t>
            </a:r>
            <a:endParaRPr lang="en-US" sz="2000" dirty="0"/>
          </a:p>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Why: the evidence, cited by ID</a:t>
            </a:r>
            <a:endParaRPr lang="en-US" sz="2000" dirty="0"/>
          </a:p>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Conditions: what must stay true</a:t>
            </a:r>
            <a:endParaRPr lang="en-US" sz="2000" dirty="0"/>
          </a:p>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Residual risk: what remains, by R ID</a:t>
            </a:r>
            <a:endParaRPr lang="en-US" sz="2000" dirty="0"/>
          </a:p>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Decisions needed from the reviewer</a:t>
            </a:r>
            <a:endParaRPr lang="en-US" sz="2000" dirty="0"/>
          </a:p>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Next: the roadmap increment that comes next</a:t>
            </a:r>
            <a:endParaRPr lang="en-US" sz="2000" dirty="0"/>
          </a:p>
        </p:txBody>
      </p:sp>
      <p:sp>
        <p:nvSpPr>
          <p:cNvPr id="25" name="Slide Number Placeholder 0"/>
          <p:cNvSpPr>
            <a:spLocks noGrp="1"/>
          </p:cNvSpPr>
          <p:nvPr>
            <p:ph type="sldNum" sz="quarter" idx="4294967295"/>
          </p:nvPr>
        </p:nvSpPr>
        <p:spPr>
          <a:xfrm>
            <a:off x="10728655" y="6400800"/>
            <a:ext cx="91440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18202D"/>
                </a:solidFill>
                <a:latin typeface="Calibri"/>
                <a:ea typeface="Calibri"/>
                <a:cs typeface="Calibri"/>
              </a:defRPr>
            </a:lvl1pPr>
          </a:lstStyle>
          <a:p>
            <a:pPr algn="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548640" y="5991225"/>
            <a:ext cx="11094415" cy="272415"/>
          </a:xfrm>
          <a:prstGeom prst="rect">
            <a:avLst/>
          </a:prstGeom>
          <a:noFill/>
          <a:ln/>
        </p:spPr>
        <p:txBody>
          <a:bodyPr wrap="square" lIns="0" tIns="0" rIns="0" bIns="0" rtlCol="0" anchor="b"/>
          <a:lstStyle/>
          <a:p>
            <a:pPr indent="0" marL="0">
              <a:buNone/>
            </a:pPr>
            <a:r>
              <a:rPr lang="en-US" sz="1050" b="1" dirty="0">
                <a:solidFill>
                  <a:srgbClr val="18202D"/>
                </a:solidFill>
                <a:latin typeface="Calibri" pitchFamily="34" charset="0"/>
                <a:ea typeface="Calibri" pitchFamily="34" charset="-122"/>
                <a:cs typeface="Calibri" pitchFamily="34" charset="-120"/>
              </a:rPr>
              <a:t>Sources: </a:t>
            </a:r>
            <a:pPr indent="0" marL="0">
              <a:buNone/>
            </a:pPr>
            <a:r>
              <a:rPr lang="en-US" sz="1050" dirty="0">
                <a:solidFill>
                  <a:srgbClr val="566071"/>
                </a:solidFill>
                <a:latin typeface="Calibri" pitchFamily="34" charset="0"/>
                <a:ea typeface="Calibri" pitchFamily="34" charset="-122"/>
                <a:cs typeface="Calibri" pitchFamily="34" charset="-120"/>
              </a:rPr>
              <a:t>R13 p.565</a:t>
            </a:r>
            <a:endParaRPr lang="en-US" sz="1050" dirty="0"/>
          </a:p>
        </p:txBody>
      </p:sp>
      <p:sp>
        <p:nvSpPr>
          <p:cNvPr id="3" name="Text 1"/>
          <p:cNvSpPr/>
          <p:nvPr/>
        </p:nvSpPr>
        <p:spPr>
          <a:xfrm>
            <a:off x="548640" y="292608"/>
            <a:ext cx="11094415" cy="731520"/>
          </a:xfrm>
          <a:prstGeom prst="rect">
            <a:avLst/>
          </a:prstGeom>
          <a:noFill/>
          <a:ln/>
        </p:spPr>
        <p:txBody>
          <a:bodyPr wrap="square" lIns="0" tIns="0" rIns="0" bIns="0" rtlCol="0" anchor="b"/>
          <a:lstStyle/>
          <a:p>
            <a:pPr indent="0" marL="0">
              <a:buNone/>
            </a:pPr>
            <a:r>
              <a:rPr lang="en-US" sz="3000" b="1" dirty="0">
                <a:solidFill>
                  <a:srgbClr val="18202D"/>
                </a:solidFill>
                <a:latin typeface="Calibri" pitchFamily="34" charset="0"/>
                <a:ea typeface="Calibri" pitchFamily="34" charset="-122"/>
                <a:cs typeface="Calibri" pitchFamily="34" charset="-120"/>
              </a:rPr>
              <a:t>One enterprise, one ID, one meaning</a:t>
            </a:r>
            <a:endParaRPr lang="en-US" sz="3000" dirty="0"/>
          </a:p>
        </p:txBody>
      </p:sp>
      <p:sp>
        <p:nvSpPr>
          <p:cNvPr id="4" name="Text 2"/>
          <p:cNvSpPr/>
          <p:nvPr/>
        </p:nvSpPr>
        <p:spPr>
          <a:xfrm>
            <a:off x="548640" y="1280160"/>
            <a:ext cx="11094415" cy="2070608"/>
          </a:xfrm>
          <a:prstGeom prst="rect">
            <a:avLst/>
          </a:prstGeom>
          <a:noFill/>
          <a:ln/>
        </p:spPr>
        <p:txBody>
          <a:bodyPr wrap="square" lIns="25400" tIns="25400" rIns="25400" bIns="25400" rtlCol="0" anchor="t"/>
          <a:lstStyle/>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One enterprise, one ID, one meaning</a:t>
            </a:r>
            <a:endParaRPr lang="en-US" sz="2000" dirty="0"/>
          </a:p>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Stale export: a later week built from an older file</a:t>
            </a:r>
            <a:endParaRPr lang="en-US" sz="2000" dirty="0"/>
          </a:p>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ID no longer defined: deleted or renumbered upstream</a:t>
            </a:r>
            <a:endParaRPr lang="en-US" sz="2000" dirty="0"/>
          </a:p>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Collision: two elements share one ID; never a rename</a:t>
            </a:r>
            <a:endParaRPr lang="en-US" sz="2000" dirty="0"/>
          </a:p>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Disposition no longer true: a later week closed the gap</a:t>
            </a:r>
            <a:endParaRPr lang="en-US" sz="2000" dirty="0"/>
          </a:p>
        </p:txBody>
      </p:sp>
      <p:sp>
        <p:nvSpPr>
          <p:cNvPr id="5" name="Shape 3"/>
          <p:cNvSpPr/>
          <p:nvPr/>
        </p:nvSpPr>
        <p:spPr>
          <a:xfrm>
            <a:off x="548640" y="3515360"/>
            <a:ext cx="11094415" cy="793750"/>
          </a:xfrm>
          <a:prstGeom prst="roundRect">
            <a:avLst>
              <a:gd name="adj" fmla="val 6912"/>
            </a:avLst>
          </a:prstGeom>
          <a:solidFill>
            <a:srgbClr val="ECEFF3"/>
          </a:solidFill>
          <a:ln w="12700">
            <a:solidFill>
              <a:srgbClr val="D3D9E1"/>
            </a:solidFill>
            <a:prstDash val="solid"/>
          </a:ln>
        </p:spPr>
      </p:sp>
      <p:sp>
        <p:nvSpPr>
          <p:cNvPr id="6" name="Text 4"/>
          <p:cNvSpPr/>
          <p:nvPr/>
        </p:nvSpPr>
        <p:spPr>
          <a:xfrm>
            <a:off x="685800" y="3515360"/>
            <a:ext cx="10820095" cy="793750"/>
          </a:xfrm>
          <a:prstGeom prst="rect">
            <a:avLst/>
          </a:prstGeom>
          <a:noFill/>
          <a:ln/>
        </p:spPr>
        <p:txBody>
          <a:bodyPr wrap="square" lIns="38100" tIns="38100" rIns="38100" bIns="38100" rtlCol="0" anchor="ctr"/>
          <a:lstStyle/>
          <a:p>
            <a:pPr indent="0" marL="0">
              <a:buNone/>
            </a:pPr>
            <a:r>
              <a:rPr lang="en-US" sz="1200" b="1" spc="100" kern="0" dirty="0">
                <a:solidFill>
                  <a:srgbClr val="18202D"/>
                </a:solidFill>
                <a:latin typeface="Calibri" pitchFamily="34" charset="0"/>
                <a:ea typeface="Calibri" pitchFamily="34" charset="-122"/>
                <a:cs typeface="Calibri" pitchFamily="34" charset="-120"/>
              </a:rPr>
              <a:t>IDENTITY RULE</a:t>
            </a:r>
            <a:endParaRPr lang="en-US" sz="1200" dirty="0"/>
          </a:p>
          <a:p>
            <a:pPr indent="0" marL="0">
              <a:buNone/>
            </a:pPr>
            <a:r>
              <a:rPr lang="en-US" sz="1700" dirty="0">
                <a:solidFill>
                  <a:srgbClr val="18202D"/>
                </a:solidFill>
                <a:latin typeface="Calibri" pitchFamily="34" charset="0"/>
                <a:ea typeface="Calibri" pitchFamily="34" charset="-122"/>
                <a:cs typeface="Calibri" pitchFamily="34" charset="-120"/>
              </a:rPr>
              <a:t>Same element only if the names match or one contains the other whole.</a:t>
            </a:r>
            <a:endParaRPr lang="en-US" sz="1200" dirty="0"/>
          </a:p>
        </p:txBody>
      </p:sp>
      <p:sp>
        <p:nvSpPr>
          <p:cNvPr id="25" name="Slide Number Placeholder 0"/>
          <p:cNvSpPr>
            <a:spLocks noGrp="1"/>
          </p:cNvSpPr>
          <p:nvPr>
            <p:ph type="sldNum" sz="quarter" idx="4294967295"/>
          </p:nvPr>
        </p:nvSpPr>
        <p:spPr>
          <a:xfrm>
            <a:off x="10728655" y="6400800"/>
            <a:ext cx="91440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18202D"/>
                </a:solidFill>
                <a:latin typeface="Calibri"/>
                <a:ea typeface="Calibri"/>
                <a:cs typeface="Calibri"/>
              </a:defRPr>
            </a:lvl1pPr>
          </a:lstStyle>
          <a:p>
            <a:pPr algn="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548640" y="5828538"/>
            <a:ext cx="11094415" cy="435102"/>
          </a:xfrm>
          <a:prstGeom prst="rect">
            <a:avLst/>
          </a:prstGeom>
          <a:noFill/>
          <a:ln/>
        </p:spPr>
        <p:txBody>
          <a:bodyPr wrap="square" lIns="0" tIns="0" rIns="0" bIns="0" rtlCol="0" anchor="b"/>
          <a:lstStyle/>
          <a:p>
            <a:pPr indent="0" marL="0">
              <a:buNone/>
            </a:pPr>
            <a:r>
              <a:rPr lang="en-US" sz="1050" b="1" dirty="0">
                <a:solidFill>
                  <a:srgbClr val="18202D"/>
                </a:solidFill>
                <a:latin typeface="Calibri" pitchFamily="34" charset="0"/>
                <a:ea typeface="Calibri" pitchFamily="34" charset="-122"/>
                <a:cs typeface="Calibri" pitchFamily="34" charset="-120"/>
              </a:rPr>
              <a:t>Figure. </a:t>
            </a:r>
            <a:pPr indent="0" marL="0">
              <a:buNone/>
            </a:pPr>
            <a:r>
              <a:rPr lang="en-US" sz="1050" dirty="0">
                <a:solidFill>
                  <a:srgbClr val="566071"/>
                </a:solidFill>
                <a:latin typeface="Calibri" pitchFamily="34" charset="0"/>
                <a:ea typeface="Calibri" pitchFamily="34" charset="-122"/>
                <a:cs typeface="Calibri" pitchFamily="34" charset="-120"/>
              </a:rPr>
              <a:t>The audit’s trace ladder from needs to the roadmap, with an orphan and a childless parent marked.</a:t>
            </a:r>
            <a:endParaRPr lang="en-US" sz="1050" dirty="0"/>
          </a:p>
          <a:p>
            <a:pPr indent="0" marL="0">
              <a:buNone/>
            </a:pPr>
            <a:r>
              <a:rPr lang="en-US" sz="1050" b="1" dirty="0">
                <a:solidFill>
                  <a:srgbClr val="18202D"/>
                </a:solidFill>
                <a:latin typeface="Calibri" pitchFamily="34" charset="0"/>
                <a:ea typeface="Calibri" pitchFamily="34" charset="-122"/>
                <a:cs typeface="Calibri" pitchFamily="34" charset="-120"/>
              </a:rPr>
              <a:t>Sources: </a:t>
            </a:r>
            <a:pPr indent="0" marL="0">
              <a:buNone/>
            </a:pPr>
            <a:r>
              <a:rPr lang="en-US" sz="1050" dirty="0">
                <a:solidFill>
                  <a:srgbClr val="566071"/>
                </a:solidFill>
                <a:latin typeface="Calibri" pitchFamily="34" charset="0"/>
                <a:ea typeface="Calibri" pitchFamily="34" charset="-122"/>
                <a:cs typeface="Calibri" pitchFamily="34" charset="-120"/>
              </a:rPr>
              <a:t>R45 p.118</a:t>
            </a:r>
            <a:endParaRPr lang="en-US" sz="1050" dirty="0"/>
          </a:p>
        </p:txBody>
      </p:sp>
      <p:sp>
        <p:nvSpPr>
          <p:cNvPr id="3" name="Text 1"/>
          <p:cNvSpPr/>
          <p:nvPr/>
        </p:nvSpPr>
        <p:spPr>
          <a:xfrm>
            <a:off x="548640" y="292608"/>
            <a:ext cx="11094415" cy="731520"/>
          </a:xfrm>
          <a:prstGeom prst="rect">
            <a:avLst/>
          </a:prstGeom>
          <a:noFill/>
          <a:ln/>
        </p:spPr>
        <p:txBody>
          <a:bodyPr wrap="square" lIns="0" tIns="0" rIns="0" bIns="0" rtlCol="0" anchor="b"/>
          <a:lstStyle/>
          <a:p>
            <a:pPr indent="0" marL="0">
              <a:buNone/>
            </a:pPr>
            <a:r>
              <a:rPr lang="en-US" sz="3000" b="1" dirty="0">
                <a:solidFill>
                  <a:srgbClr val="18202D"/>
                </a:solidFill>
                <a:latin typeface="Calibri" pitchFamily="34" charset="0"/>
                <a:ea typeface="Calibri" pitchFamily="34" charset="-122"/>
                <a:cs typeface="Calibri" pitchFamily="34" charset="-120"/>
              </a:rPr>
              <a:t>Bidirectional traceability: no orphans, no childless parents</a:t>
            </a:r>
            <a:endParaRPr lang="en-US" sz="3000" dirty="0"/>
          </a:p>
        </p:txBody>
      </p:sp>
      <p:pic>
        <p:nvPicPr>
          <p:cNvPr id="4" name="Image 0" descr="Six rungs, top to bottom: needs, stakeholder requirements, system requirements, functions and physical elements, interfaces, roadmap increments. Lines join items on adjacent rungs. One need has no line down to it from below and is marked childless parent; one system requirement has no line up and is marked orphan.">    </p:cNvPr>
          <p:cNvPicPr>
            <a:picLocks noChangeAspect="1"/>
          </p:cNvPicPr>
          <p:nvPr/>
        </p:nvPicPr>
        <p:blipFill>
          <a:blip r:embed="rId1"/>
          <a:stretch>
            <a:fillRect/>
          </a:stretch>
        </p:blipFill>
        <p:spPr>
          <a:xfrm>
            <a:off x="548640" y="1621462"/>
            <a:ext cx="6379289" cy="3728615"/>
          </a:xfrm>
          <a:prstGeom prst="rect">
            <a:avLst/>
          </a:prstGeom>
        </p:spPr>
      </p:pic>
      <p:sp>
        <p:nvSpPr>
          <p:cNvPr id="5" name="Text 2"/>
          <p:cNvSpPr/>
          <p:nvPr/>
        </p:nvSpPr>
        <p:spPr>
          <a:xfrm>
            <a:off x="7293689" y="1280160"/>
            <a:ext cx="4349366" cy="2917952"/>
          </a:xfrm>
          <a:prstGeom prst="rect">
            <a:avLst/>
          </a:prstGeom>
          <a:noFill/>
          <a:ln/>
        </p:spPr>
        <p:txBody>
          <a:bodyPr wrap="square" lIns="25400" tIns="25400" rIns="25400" bIns="25400" rtlCol="0" anchor="t"/>
          <a:lstStyle/>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Orphan: a lower item with no valid parent</a:t>
            </a:r>
            <a:endParaRPr lang="en-US" sz="2000" dirty="0"/>
          </a:p>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Childless parent: a higher item nothing addresses</a:t>
            </a:r>
            <a:endParaRPr lang="en-US" sz="2000" dirty="0"/>
          </a:p>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Layers: need, requirement, architecture, interface, increment</a:t>
            </a:r>
            <a:endParaRPr lang="en-US" sz="2000" dirty="0"/>
          </a:p>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Count both directions at every layer</a:t>
            </a:r>
            <a:endParaRPr lang="en-US" sz="2000" dirty="0"/>
          </a:p>
        </p:txBody>
      </p:sp>
      <p:sp>
        <p:nvSpPr>
          <p:cNvPr id="25" name="Slide Number Placeholder 0"/>
          <p:cNvSpPr>
            <a:spLocks noGrp="1"/>
          </p:cNvSpPr>
          <p:nvPr>
            <p:ph type="sldNum" sz="quarter" idx="4294967295"/>
          </p:nvPr>
        </p:nvSpPr>
        <p:spPr>
          <a:xfrm>
            <a:off x="10728655" y="6400800"/>
            <a:ext cx="91440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18202D"/>
                </a:solidFill>
                <a:latin typeface="Calibri"/>
                <a:ea typeface="Calibri"/>
                <a:cs typeface="Calibri"/>
              </a:defRPr>
            </a:lvl1pPr>
          </a:lstStyle>
          <a:p>
            <a:pPr algn="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548640" y="5991225"/>
            <a:ext cx="11094415" cy="272415"/>
          </a:xfrm>
          <a:prstGeom prst="rect">
            <a:avLst/>
          </a:prstGeom>
          <a:noFill/>
          <a:ln/>
        </p:spPr>
        <p:txBody>
          <a:bodyPr wrap="square" lIns="0" tIns="0" rIns="0" bIns="0" rtlCol="0" anchor="b"/>
          <a:lstStyle/>
          <a:p>
            <a:pPr indent="0" marL="0">
              <a:buNone/>
            </a:pPr>
            <a:r>
              <a:rPr lang="en-US" sz="1050" b="1" dirty="0">
                <a:solidFill>
                  <a:srgbClr val="18202D"/>
                </a:solidFill>
                <a:latin typeface="Calibri" pitchFamily="34" charset="0"/>
                <a:ea typeface="Calibri" pitchFamily="34" charset="-122"/>
                <a:cs typeface="Calibri" pitchFamily="34" charset="-120"/>
              </a:rPr>
              <a:t>Sources: </a:t>
            </a:r>
            <a:pPr indent="0" marL="0">
              <a:buNone/>
            </a:pPr>
            <a:r>
              <a:rPr lang="en-US" sz="1050" dirty="0">
                <a:solidFill>
                  <a:srgbClr val="566071"/>
                </a:solidFill>
                <a:latin typeface="Calibri" pitchFamily="34" charset="0"/>
                <a:ea typeface="Calibri" pitchFamily="34" charset="-122"/>
                <a:cs typeface="Calibri" pitchFamily="34" charset="-120"/>
              </a:rPr>
              <a:t>R13 p.566; R06c p.387</a:t>
            </a:r>
            <a:endParaRPr lang="en-US" sz="1050" dirty="0"/>
          </a:p>
        </p:txBody>
      </p:sp>
      <p:sp>
        <p:nvSpPr>
          <p:cNvPr id="3" name="Text 1"/>
          <p:cNvSpPr/>
          <p:nvPr/>
        </p:nvSpPr>
        <p:spPr>
          <a:xfrm>
            <a:off x="548640" y="292608"/>
            <a:ext cx="11094415" cy="731520"/>
          </a:xfrm>
          <a:prstGeom prst="rect">
            <a:avLst/>
          </a:prstGeom>
          <a:noFill/>
          <a:ln/>
        </p:spPr>
        <p:txBody>
          <a:bodyPr wrap="square" lIns="0" tIns="0" rIns="0" bIns="0" rtlCol="0" anchor="b"/>
          <a:lstStyle/>
          <a:p>
            <a:pPr indent="0" marL="0">
              <a:buNone/>
            </a:pPr>
            <a:r>
              <a:rPr lang="en-US" sz="3000" b="1" dirty="0">
                <a:solidFill>
                  <a:srgbClr val="18202D"/>
                </a:solidFill>
                <a:latin typeface="Calibri" pitchFamily="34" charset="0"/>
                <a:ea typeface="Calibri" pitchFamily="34" charset="-122"/>
                <a:cs typeface="Calibri" pitchFamily="34" charset="-120"/>
              </a:rPr>
              <a:t>Well formed and right: requirement verification and validation</a:t>
            </a:r>
            <a:endParaRPr lang="en-US" sz="3000" dirty="0"/>
          </a:p>
        </p:txBody>
      </p:sp>
      <p:sp>
        <p:nvSpPr>
          <p:cNvPr id="4" name="Shape 2"/>
          <p:cNvSpPr/>
          <p:nvPr/>
        </p:nvSpPr>
        <p:spPr>
          <a:xfrm>
            <a:off x="548640" y="1280160"/>
            <a:ext cx="6379289" cy="1872996"/>
          </a:xfrm>
          <a:prstGeom prst="rect">
            <a:avLst/>
          </a:prstGeom>
          <a:solidFill>
            <a:srgbClr val="E1EFF4"/>
          </a:solidFill>
          <a:ln w="12700">
            <a:solidFill>
              <a:srgbClr val="E1EFF4"/>
            </a:solidFill>
            <a:prstDash val="solid"/>
          </a:ln>
        </p:spPr>
      </p:sp>
      <p:sp>
        <p:nvSpPr>
          <p:cNvPr id="5" name="Shape 3"/>
          <p:cNvSpPr/>
          <p:nvPr/>
        </p:nvSpPr>
        <p:spPr>
          <a:xfrm>
            <a:off x="548640" y="1280160"/>
            <a:ext cx="73152" cy="1872996"/>
          </a:xfrm>
          <a:prstGeom prst="rect">
            <a:avLst/>
          </a:prstGeom>
          <a:solidFill>
            <a:srgbClr val="0F6E8C"/>
          </a:solidFill>
          <a:ln w="12700">
            <a:solidFill>
              <a:srgbClr val="0F6E8C"/>
            </a:solidFill>
            <a:prstDash val="solid"/>
          </a:ln>
        </p:spPr>
      </p:sp>
      <p:sp>
        <p:nvSpPr>
          <p:cNvPr id="6" name="Text 4"/>
          <p:cNvSpPr/>
          <p:nvPr/>
        </p:nvSpPr>
        <p:spPr>
          <a:xfrm>
            <a:off x="777240" y="1280160"/>
            <a:ext cx="6013529" cy="1872996"/>
          </a:xfrm>
          <a:prstGeom prst="rect">
            <a:avLst/>
          </a:prstGeom>
          <a:noFill/>
          <a:ln/>
        </p:spPr>
        <p:txBody>
          <a:bodyPr wrap="square" lIns="50800" tIns="50800" rIns="50800" bIns="50800" rtlCol="0" anchor="ctr"/>
          <a:lstStyle/>
          <a:p>
            <a:pPr indent="0" marL="0">
              <a:buNone/>
            </a:pPr>
            <a:r>
              <a:rPr lang="en-US" sz="1300" b="1" spc="100" kern="0" dirty="0">
                <a:solidFill>
                  <a:srgbClr val="18202D"/>
                </a:solidFill>
                <a:latin typeface="Calibri" pitchFamily="34" charset="0"/>
                <a:ea typeface="Calibri" pitchFamily="34" charset="-122"/>
                <a:cs typeface="Calibri" pitchFamily="34" charset="-120"/>
              </a:rPr>
              <a:t>REQUIREMENT VERIFICATION</a:t>
            </a:r>
            <a:endParaRPr lang="en-US" sz="1300" dirty="0"/>
          </a:p>
          <a:p>
            <a:pPr indent="0" marL="0">
              <a:buNone/>
            </a:pPr>
            <a:r>
              <a:rPr lang="en-US" sz="2200" dirty="0">
                <a:solidFill>
                  <a:srgbClr val="18202D"/>
                </a:solidFill>
                <a:latin typeface="Calibri" pitchFamily="34" charset="0"/>
                <a:ea typeface="Calibri" pitchFamily="34" charset="-122"/>
                <a:cs typeface="Calibri" pitchFamily="34" charset="-120"/>
              </a:rPr>
              <a:t>Are the requirements well formed: do they follow the rules for well-formed requirements?</a:t>
            </a:r>
            <a:endParaRPr lang="en-US" sz="1300" dirty="0"/>
          </a:p>
          <a:p>
            <a:pPr indent="0" marL="0">
              <a:spcBef>
                <a:spcPts val="600"/>
              </a:spcBef>
              <a:buNone/>
            </a:pPr>
            <a:r>
              <a:rPr lang="en-US" sz="1100" dirty="0">
                <a:solidFill>
                  <a:srgbClr val="0F6E8C"/>
                </a:solidFill>
                <a:latin typeface="Calibri" pitchFamily="34" charset="0"/>
                <a:ea typeface="Calibri" pitchFamily="34" charset="-122"/>
                <a:cs typeface="Calibri" pitchFamily="34" charset="-120"/>
              </a:rPr>
              <a:t>R13 · SEBoK v2.14 (2026), "System Requirements Definition", p.566</a:t>
            </a:r>
            <a:endParaRPr lang="en-US" sz="1300" dirty="0"/>
          </a:p>
        </p:txBody>
      </p:sp>
      <p:sp>
        <p:nvSpPr>
          <p:cNvPr id="7" name="Shape 5"/>
          <p:cNvSpPr/>
          <p:nvPr/>
        </p:nvSpPr>
        <p:spPr>
          <a:xfrm>
            <a:off x="7293689" y="1280160"/>
            <a:ext cx="4349366" cy="2213864"/>
          </a:xfrm>
          <a:prstGeom prst="rect">
            <a:avLst/>
          </a:prstGeom>
          <a:solidFill>
            <a:srgbClr val="E1EFF4"/>
          </a:solidFill>
          <a:ln w="12700">
            <a:solidFill>
              <a:srgbClr val="E1EFF4"/>
            </a:solidFill>
            <a:prstDash val="solid"/>
          </a:ln>
        </p:spPr>
      </p:sp>
      <p:sp>
        <p:nvSpPr>
          <p:cNvPr id="8" name="Shape 6"/>
          <p:cNvSpPr/>
          <p:nvPr/>
        </p:nvSpPr>
        <p:spPr>
          <a:xfrm>
            <a:off x="7293689" y="1280160"/>
            <a:ext cx="73152" cy="2213864"/>
          </a:xfrm>
          <a:prstGeom prst="rect">
            <a:avLst/>
          </a:prstGeom>
          <a:solidFill>
            <a:srgbClr val="0F6E8C"/>
          </a:solidFill>
          <a:ln w="12700">
            <a:solidFill>
              <a:srgbClr val="0F6E8C"/>
            </a:solidFill>
            <a:prstDash val="solid"/>
          </a:ln>
        </p:spPr>
      </p:sp>
      <p:sp>
        <p:nvSpPr>
          <p:cNvPr id="9" name="Text 7"/>
          <p:cNvSpPr/>
          <p:nvPr/>
        </p:nvSpPr>
        <p:spPr>
          <a:xfrm>
            <a:off x="7522289" y="1280160"/>
            <a:ext cx="3983606" cy="2213864"/>
          </a:xfrm>
          <a:prstGeom prst="rect">
            <a:avLst/>
          </a:prstGeom>
          <a:noFill/>
          <a:ln/>
        </p:spPr>
        <p:txBody>
          <a:bodyPr wrap="square" lIns="50800" tIns="50800" rIns="50800" bIns="50800" rtlCol="0" anchor="ctr"/>
          <a:lstStyle/>
          <a:p>
            <a:pPr indent="0" marL="0">
              <a:buNone/>
            </a:pPr>
            <a:r>
              <a:rPr lang="en-US" sz="1300" b="1" spc="100" kern="0" dirty="0">
                <a:solidFill>
                  <a:srgbClr val="18202D"/>
                </a:solidFill>
                <a:latin typeface="Calibri" pitchFamily="34" charset="0"/>
                <a:ea typeface="Calibri" pitchFamily="34" charset="-122"/>
                <a:cs typeface="Calibri" pitchFamily="34" charset="-120"/>
              </a:rPr>
              <a:t>REQUIREMENT VALIDATION</a:t>
            </a:r>
            <a:endParaRPr lang="en-US" sz="1300" dirty="0"/>
          </a:p>
          <a:p>
            <a:pPr indent="0" marL="0">
              <a:buNone/>
            </a:pPr>
            <a:r>
              <a:rPr lang="en-US" sz="2200" dirty="0">
                <a:solidFill>
                  <a:srgbClr val="18202D"/>
                </a:solidFill>
                <a:latin typeface="Calibri" pitchFamily="34" charset="0"/>
                <a:ea typeface="Calibri" pitchFamily="34" charset="-122"/>
                <a:cs typeface="Calibri" pitchFamily="34" charset="-120"/>
              </a:rPr>
              <a:t>Do we have the right requirements: do they carry the intent of the needs and sources they came from?</a:t>
            </a:r>
            <a:endParaRPr lang="en-US" sz="1300" dirty="0"/>
          </a:p>
          <a:p>
            <a:pPr indent="0" marL="0">
              <a:spcBef>
                <a:spcPts val="600"/>
              </a:spcBef>
              <a:buNone/>
            </a:pPr>
            <a:r>
              <a:rPr lang="en-US" sz="1100" dirty="0">
                <a:solidFill>
                  <a:srgbClr val="0F6E8C"/>
                </a:solidFill>
                <a:latin typeface="Calibri" pitchFamily="34" charset="0"/>
                <a:ea typeface="Calibri" pitchFamily="34" charset="-122"/>
                <a:cs typeface="Calibri" pitchFamily="34" charset="-120"/>
              </a:rPr>
              <a:t>R13 · SEBoK v2.14 (2026), "System Requirements Definition", p.566</a:t>
            </a:r>
            <a:endParaRPr lang="en-US" sz="1300" dirty="0"/>
          </a:p>
        </p:txBody>
      </p:sp>
      <p:sp>
        <p:nvSpPr>
          <p:cNvPr id="10" name="Shape 8"/>
          <p:cNvSpPr/>
          <p:nvPr/>
        </p:nvSpPr>
        <p:spPr>
          <a:xfrm>
            <a:off x="7293689" y="3658616"/>
            <a:ext cx="4349366" cy="1320546"/>
          </a:xfrm>
          <a:prstGeom prst="roundRect">
            <a:avLst>
              <a:gd name="adj" fmla="val 4155"/>
            </a:avLst>
          </a:prstGeom>
          <a:solidFill>
            <a:srgbClr val="ECEFF3"/>
          </a:solidFill>
          <a:ln w="12700">
            <a:solidFill>
              <a:srgbClr val="D3D9E1"/>
            </a:solidFill>
            <a:prstDash val="solid"/>
          </a:ln>
        </p:spPr>
      </p:sp>
      <p:sp>
        <p:nvSpPr>
          <p:cNvPr id="11" name="Text 9"/>
          <p:cNvSpPr/>
          <p:nvPr/>
        </p:nvSpPr>
        <p:spPr>
          <a:xfrm>
            <a:off x="7430849" y="3658616"/>
            <a:ext cx="4075046" cy="1320546"/>
          </a:xfrm>
          <a:prstGeom prst="rect">
            <a:avLst/>
          </a:prstGeom>
          <a:noFill/>
          <a:ln/>
        </p:spPr>
        <p:txBody>
          <a:bodyPr wrap="square" lIns="38100" tIns="38100" rIns="38100" bIns="38100" rtlCol="0" anchor="ctr"/>
          <a:lstStyle/>
          <a:p>
            <a:pPr indent="0" marL="0">
              <a:buNone/>
            </a:pPr>
            <a:r>
              <a:rPr lang="en-US" sz="1200" b="1" spc="100" kern="0" dirty="0">
                <a:solidFill>
                  <a:srgbClr val="18202D"/>
                </a:solidFill>
                <a:latin typeface="Calibri" pitchFamily="34" charset="0"/>
                <a:ea typeface="Calibri" pitchFamily="34" charset="-122"/>
                <a:cs typeface="Calibri" pitchFamily="34" charset="-120"/>
              </a:rPr>
              <a:t>NOTE</a:t>
            </a:r>
            <a:endParaRPr lang="en-US" sz="1200" dirty="0"/>
          </a:p>
          <a:p>
            <a:pPr indent="0" marL="0">
              <a:buNone/>
            </a:pPr>
            <a:r>
              <a:rPr lang="en-US" sz="1700" dirty="0">
                <a:solidFill>
                  <a:srgbClr val="18202D"/>
                </a:solidFill>
                <a:latin typeface="Calibri" pitchFamily="34" charset="0"/>
                <a:ea typeface="Calibri" pitchFamily="34" charset="-122"/>
                <a:cs typeface="Calibri" pitchFamily="34" charset="-120"/>
              </a:rPr>
              <a:t>A trace link can exist and still carry only part of a need. The tool counts links; a reviewer reads them.</a:t>
            </a:r>
            <a:endParaRPr lang="en-US" sz="1200" dirty="0"/>
          </a:p>
        </p:txBody>
      </p:sp>
      <p:sp>
        <p:nvSpPr>
          <p:cNvPr id="25" name="Slide Number Placeholder 0"/>
          <p:cNvSpPr>
            <a:spLocks noGrp="1"/>
          </p:cNvSpPr>
          <p:nvPr>
            <p:ph type="sldNum" sz="quarter" idx="4294967295"/>
          </p:nvPr>
        </p:nvSpPr>
        <p:spPr>
          <a:xfrm>
            <a:off x="10728655" y="6400800"/>
            <a:ext cx="91440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18202D"/>
                </a:solidFill>
                <a:latin typeface="Calibri"/>
                <a:ea typeface="Calibri"/>
                <a:cs typeface="Calibri"/>
              </a:defRPr>
            </a:lvl1pPr>
          </a:lstStyle>
          <a:p>
            <a:pPr algn="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548640" y="5828538"/>
            <a:ext cx="11094415" cy="435102"/>
          </a:xfrm>
          <a:prstGeom prst="rect">
            <a:avLst/>
          </a:prstGeom>
          <a:noFill/>
          <a:ln/>
        </p:spPr>
        <p:txBody>
          <a:bodyPr wrap="square" lIns="0" tIns="0" rIns="0" bIns="0" rtlCol="0" anchor="b"/>
          <a:lstStyle/>
          <a:p>
            <a:pPr indent="0" marL="0">
              <a:buNone/>
            </a:pPr>
            <a:r>
              <a:rPr lang="en-US" sz="1050" b="1" dirty="0">
                <a:solidFill>
                  <a:srgbClr val="18202D"/>
                </a:solidFill>
                <a:latin typeface="Calibri" pitchFamily="34" charset="0"/>
                <a:ea typeface="Calibri" pitchFamily="34" charset="-122"/>
                <a:cs typeface="Calibri" pitchFamily="34" charset="-120"/>
              </a:rPr>
              <a:t>Figure. </a:t>
            </a:r>
            <a:pPr indent="0" marL="0">
              <a:buNone/>
            </a:pPr>
            <a:r>
              <a:rPr lang="en-US" sz="1050" dirty="0">
                <a:solidFill>
                  <a:srgbClr val="566071"/>
                </a:solidFill>
                <a:latin typeface="Calibri" pitchFamily="34" charset="0"/>
                <a:ea typeface="Calibri" pitchFamily="34" charset="-122"/>
                <a:cs typeface="Calibri" pitchFamily="34" charset="-120"/>
              </a:rPr>
              <a:t>Every finding leaves the audit one of three ways: corrected and re-imported, accepted with a rationale and its evidence, or deferred to a week with an owner.</a:t>
            </a:r>
            <a:endParaRPr lang="en-US" sz="1050" dirty="0"/>
          </a:p>
          <a:p>
            <a:pPr indent="0" marL="0">
              <a:buNone/>
            </a:pPr>
            <a:r>
              <a:rPr lang="en-US" sz="1050" b="1" dirty="0">
                <a:solidFill>
                  <a:srgbClr val="18202D"/>
                </a:solidFill>
                <a:latin typeface="Calibri" pitchFamily="34" charset="0"/>
                <a:ea typeface="Calibri" pitchFamily="34" charset="-122"/>
                <a:cs typeface="Calibri" pitchFamily="34" charset="-120"/>
              </a:rPr>
              <a:t>Sources: </a:t>
            </a:r>
            <a:pPr indent="0" marL="0">
              <a:buNone/>
            </a:pPr>
            <a:r>
              <a:rPr lang="en-US" sz="1050" dirty="0">
                <a:solidFill>
                  <a:srgbClr val="566071"/>
                </a:solidFill>
                <a:latin typeface="Calibri" pitchFamily="34" charset="0"/>
                <a:ea typeface="Calibri" pitchFamily="34" charset="-122"/>
                <a:cs typeface="Calibri" pitchFamily="34" charset="-120"/>
              </a:rPr>
              <a:t>R44 p.111; R13 p.565</a:t>
            </a:r>
            <a:endParaRPr lang="en-US" sz="1050" dirty="0"/>
          </a:p>
        </p:txBody>
      </p:sp>
      <p:sp>
        <p:nvSpPr>
          <p:cNvPr id="3" name="Text 1"/>
          <p:cNvSpPr/>
          <p:nvPr/>
        </p:nvSpPr>
        <p:spPr>
          <a:xfrm>
            <a:off x="548640" y="292608"/>
            <a:ext cx="11094415" cy="731520"/>
          </a:xfrm>
          <a:prstGeom prst="rect">
            <a:avLst/>
          </a:prstGeom>
          <a:noFill/>
          <a:ln/>
        </p:spPr>
        <p:txBody>
          <a:bodyPr wrap="square" lIns="0" tIns="0" rIns="0" bIns="0" rtlCol="0" anchor="b"/>
          <a:lstStyle/>
          <a:p>
            <a:pPr indent="0" marL="0">
              <a:buNone/>
            </a:pPr>
            <a:r>
              <a:rPr lang="en-US" sz="3000" b="1" dirty="0">
                <a:solidFill>
                  <a:srgbClr val="18202D"/>
                </a:solidFill>
                <a:latin typeface="Calibri" pitchFamily="34" charset="0"/>
                <a:ea typeface="Calibri" pitchFamily="34" charset="-122"/>
                <a:cs typeface="Calibri" pitchFamily="34" charset="-120"/>
              </a:rPr>
              <a:t>Coverage, findings and dispositions</a:t>
            </a:r>
            <a:endParaRPr lang="en-US" sz="3000" dirty="0"/>
          </a:p>
        </p:txBody>
      </p:sp>
      <p:pic>
        <p:nvPicPr>
          <p:cNvPr id="4" name="Image 0" descr="A box labeled finding on the left with three arrows to the right. The top arrow, labeled correct the week and export again, ends at a box labeled finding gone. The middle arrow ends at a box labeled accept, with rationale and evidence. The bottom arrow ends at a box labeled defer, with an owner and a week.">    </p:cNvPr>
          <p:cNvPicPr>
            <a:picLocks noChangeAspect="1"/>
          </p:cNvPicPr>
          <p:nvPr/>
        </p:nvPicPr>
        <p:blipFill>
          <a:blip r:embed="rId1"/>
          <a:stretch>
            <a:fillRect/>
          </a:stretch>
        </p:blipFill>
        <p:spPr>
          <a:xfrm>
            <a:off x="548640" y="1621462"/>
            <a:ext cx="6379289" cy="3728615"/>
          </a:xfrm>
          <a:prstGeom prst="rect">
            <a:avLst/>
          </a:prstGeom>
        </p:spPr>
      </p:pic>
      <p:sp>
        <p:nvSpPr>
          <p:cNvPr id="5" name="Text 2"/>
          <p:cNvSpPr/>
          <p:nvPr/>
        </p:nvSpPr>
        <p:spPr>
          <a:xfrm>
            <a:off x="7293689" y="1280160"/>
            <a:ext cx="4349366" cy="4322064"/>
          </a:xfrm>
          <a:prstGeom prst="rect">
            <a:avLst/>
          </a:prstGeom>
          <a:noFill/>
          <a:ln/>
        </p:spPr>
        <p:txBody>
          <a:bodyPr wrap="square" lIns="25400" tIns="25400" rIns="25400" bIns="25400" rtlCol="0" anchor="t"/>
          <a:lstStyle/>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Coverage per layer: covered of total, as a percentage</a:t>
            </a:r>
            <a:endParaRPr lang="en-US" sz="2000" dirty="0"/>
          </a:p>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Every finding: accept with rationale, or defer</a:t>
            </a:r>
            <a:endParaRPr lang="en-US" sz="2000" dirty="0"/>
          </a:p>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Accept: a rationale with its evidence</a:t>
            </a:r>
            <a:endParaRPr lang="en-US" sz="2000" dirty="0"/>
          </a:p>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Defer: name who closes it, and the week</a:t>
            </a:r>
            <a:endParaRPr lang="en-US" sz="2000" dirty="0"/>
          </a:p>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Correct: fix the week and import it again</a:t>
            </a:r>
            <a:endParaRPr lang="en-US" sz="2000" dirty="0"/>
          </a:p>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A claim of “fixed” is not a rationale</a:t>
            </a:r>
            <a:endParaRPr lang="en-US" sz="2000" dirty="0"/>
          </a:p>
        </p:txBody>
      </p:sp>
      <p:sp>
        <p:nvSpPr>
          <p:cNvPr id="25" name="Slide Number Placeholder 0"/>
          <p:cNvSpPr>
            <a:spLocks noGrp="1"/>
          </p:cNvSpPr>
          <p:nvPr>
            <p:ph type="sldNum" sz="quarter" idx="4294967295"/>
          </p:nvPr>
        </p:nvSpPr>
        <p:spPr>
          <a:xfrm>
            <a:off x="10728655" y="6400800"/>
            <a:ext cx="91440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18202D"/>
                </a:solidFill>
                <a:latin typeface="Calibri"/>
                <a:ea typeface="Calibri"/>
                <a:cs typeface="Calibri"/>
              </a:defRPr>
            </a:lvl1pPr>
          </a:lstStyle>
          <a:p>
            <a:pPr algn="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548640" y="5828538"/>
            <a:ext cx="11094415" cy="435102"/>
          </a:xfrm>
          <a:prstGeom prst="rect">
            <a:avLst/>
          </a:prstGeom>
          <a:noFill/>
          <a:ln/>
        </p:spPr>
        <p:txBody>
          <a:bodyPr wrap="square" lIns="0" tIns="0" rIns="0" bIns="0" rtlCol="0" anchor="b"/>
          <a:lstStyle/>
          <a:p>
            <a:pPr indent="0" marL="0">
              <a:buNone/>
            </a:pPr>
            <a:r>
              <a:rPr lang="en-US" sz="1050" b="1" dirty="0">
                <a:solidFill>
                  <a:srgbClr val="18202D"/>
                </a:solidFill>
                <a:latin typeface="Calibri" pitchFamily="34" charset="0"/>
                <a:ea typeface="Calibri" pitchFamily="34" charset="-122"/>
                <a:cs typeface="Calibri" pitchFamily="34" charset="-120"/>
              </a:rPr>
              <a:t>Figure. </a:t>
            </a:r>
            <a:pPr indent="0" marL="0">
              <a:buNone/>
            </a:pPr>
            <a:r>
              <a:rPr lang="en-US" sz="1050" dirty="0">
                <a:solidFill>
                  <a:srgbClr val="566071"/>
                </a:solidFill>
                <a:latin typeface="Calibri" pitchFamily="34" charset="0"/>
                <a:ea typeface="Calibri" pitchFamily="34" charset="-122"/>
                <a:cs typeface="Calibri" pitchFamily="34" charset="-120"/>
              </a:rPr>
              <a:t>One AeroLink thread followed through the package from NEED-010: 11 linked items across six weeks. (FICTIONAL)</a:t>
            </a:r>
            <a:endParaRPr lang="en-US" sz="1050" dirty="0"/>
          </a:p>
          <a:p>
            <a:pPr indent="0" marL="0">
              <a:buNone/>
            </a:pPr>
            <a:r>
              <a:rPr lang="en-US" sz="1050" b="1" dirty="0">
                <a:solidFill>
                  <a:srgbClr val="18202D"/>
                </a:solidFill>
                <a:latin typeface="Calibri" pitchFamily="34" charset="0"/>
                <a:ea typeface="Calibri" pitchFamily="34" charset="-122"/>
                <a:cs typeface="Calibri" pitchFamily="34" charset="-120"/>
              </a:rPr>
              <a:t>Sources: </a:t>
            </a:r>
            <a:pPr indent="0" marL="0">
              <a:buNone/>
            </a:pPr>
            <a:r>
              <a:rPr lang="en-US" sz="1050" dirty="0">
                <a:solidFill>
                  <a:srgbClr val="566071"/>
                </a:solidFill>
                <a:latin typeface="Calibri" pitchFamily="34" charset="0"/>
                <a:ea typeface="Calibri" pitchFamily="34" charset="-122"/>
                <a:cs typeface="Calibri" pitchFamily="34" charset="-120"/>
              </a:rPr>
              <a:t>R13 p.565</a:t>
            </a:r>
            <a:endParaRPr lang="en-US" sz="1050" dirty="0"/>
          </a:p>
        </p:txBody>
      </p:sp>
      <p:sp>
        <p:nvSpPr>
          <p:cNvPr id="3" name="Text 1"/>
          <p:cNvSpPr/>
          <p:nvPr/>
        </p:nvSpPr>
        <p:spPr>
          <a:xfrm>
            <a:off x="548640" y="292608"/>
            <a:ext cx="11094415" cy="731520"/>
          </a:xfrm>
          <a:prstGeom prst="rect">
            <a:avLst/>
          </a:prstGeom>
          <a:noFill/>
          <a:ln/>
        </p:spPr>
        <p:txBody>
          <a:bodyPr wrap="square" lIns="0" tIns="0" rIns="0" bIns="0" rtlCol="0" anchor="b"/>
          <a:lstStyle/>
          <a:p>
            <a:pPr indent="0" marL="0">
              <a:buNone/>
            </a:pPr>
            <a:r>
              <a:rPr lang="en-US" sz="3000" b="1" dirty="0">
                <a:solidFill>
                  <a:srgbClr val="18202D"/>
                </a:solidFill>
                <a:latin typeface="Calibri" pitchFamily="34" charset="0"/>
                <a:ea typeface="Calibri" pitchFamily="34" charset="-122"/>
                <a:cs typeface="Calibri" pitchFamily="34" charset="-120"/>
              </a:rPr>
              <a:t>Worked example: one AeroLink thread, end to end</a:t>
            </a:r>
            <a:endParaRPr lang="en-US" sz="3000" dirty="0"/>
          </a:p>
        </p:txBody>
      </p:sp>
      <p:pic>
        <p:nvPicPr>
          <p:cNvPr id="4" name="Image 0" descr="A chain of 11 linked chips, left to right and wrapping onto a second row: NEED-010 (Week 1), CAP-010 (Week 2), REQ-STK-010 (Week 2), REQ-SYS-010 (Week 2), FN-007 (Week 4), PHY-003 (Week 4), IF-006 (Week 5), MOP-009 (Week 2), U-002 (Week 2), INC-000 (Week 6), DEC-001 (Week 3). Each chip carries its week number.">    </p:cNvPr>
          <p:cNvPicPr>
            <a:picLocks noChangeAspect="1"/>
          </p:cNvPicPr>
          <p:nvPr/>
        </p:nvPicPr>
        <p:blipFill>
          <a:blip r:embed="rId1"/>
          <a:stretch>
            <a:fillRect/>
          </a:stretch>
        </p:blipFill>
        <p:spPr>
          <a:xfrm>
            <a:off x="548640" y="1280437"/>
            <a:ext cx="11094415" cy="2729578"/>
          </a:xfrm>
          <a:prstGeom prst="rect">
            <a:avLst/>
          </a:prstGeom>
        </p:spPr>
      </p:pic>
      <p:sp>
        <p:nvSpPr>
          <p:cNvPr id="5" name="Shape 2"/>
          <p:cNvSpPr/>
          <p:nvPr/>
        </p:nvSpPr>
        <p:spPr>
          <a:xfrm>
            <a:off x="548640" y="4147452"/>
            <a:ext cx="11094415" cy="731774"/>
          </a:xfrm>
          <a:prstGeom prst="roundRect">
            <a:avLst>
              <a:gd name="adj" fmla="val 7497"/>
            </a:avLst>
          </a:prstGeom>
          <a:solidFill>
            <a:srgbClr val="ECEFF3"/>
          </a:solidFill>
          <a:ln w="12700">
            <a:solidFill>
              <a:srgbClr val="D3D9E1"/>
            </a:solidFill>
            <a:prstDash val="solid"/>
          </a:ln>
        </p:spPr>
      </p:sp>
      <p:sp>
        <p:nvSpPr>
          <p:cNvPr id="6" name="Text 3"/>
          <p:cNvSpPr/>
          <p:nvPr/>
        </p:nvSpPr>
        <p:spPr>
          <a:xfrm>
            <a:off x="685800" y="4147452"/>
            <a:ext cx="10820095" cy="731774"/>
          </a:xfrm>
          <a:prstGeom prst="rect">
            <a:avLst/>
          </a:prstGeom>
          <a:noFill/>
          <a:ln/>
        </p:spPr>
        <p:txBody>
          <a:bodyPr wrap="square" lIns="38100" tIns="38100" rIns="38100" bIns="38100" rtlCol="0" anchor="ctr"/>
          <a:lstStyle/>
          <a:p>
            <a:pPr indent="0" marL="0">
              <a:buNone/>
            </a:pPr>
            <a:r>
              <a:rPr lang="en-US" sz="900" b="1" spc="100" kern="0" dirty="0">
                <a:solidFill>
                  <a:srgbClr val="18202D"/>
                </a:solidFill>
                <a:latin typeface="Calibri" pitchFamily="34" charset="0"/>
                <a:ea typeface="Calibri" pitchFamily="34" charset="-122"/>
                <a:cs typeface="Calibri" pitchFamily="34" charset="-120"/>
              </a:rPr>
              <a:t>NOTE</a:t>
            </a:r>
            <a:endParaRPr lang="en-US" sz="900" dirty="0"/>
          </a:p>
          <a:p>
            <a:pPr indent="0" marL="0">
              <a:buNone/>
            </a:pPr>
            <a:r>
              <a:rPr lang="en-US" sz="1300" dirty="0">
                <a:solidFill>
                  <a:srgbClr val="18202D"/>
                </a:solidFill>
                <a:latin typeface="Calibri" pitchFamily="34" charset="0"/>
                <a:ea typeface="Calibri" pitchFamily="34" charset="-122"/>
                <a:cs typeface="Calibri" pitchFamily="34" charset="-120"/>
              </a:rPr>
              <a:t>Walk one thread from a need to the architecture, then on to the interface and the roadmap.</a:t>
            </a:r>
            <a:endParaRPr lang="en-US" sz="900" dirty="0"/>
          </a:p>
        </p:txBody>
      </p:sp>
      <p:sp>
        <p:nvSpPr>
          <p:cNvPr id="7" name="Text 4"/>
          <p:cNvSpPr/>
          <p:nvPr/>
        </p:nvSpPr>
        <p:spPr>
          <a:xfrm>
            <a:off x="548640" y="5043818"/>
            <a:ext cx="11094415" cy="739140"/>
          </a:xfrm>
          <a:prstGeom prst="rect">
            <a:avLst/>
          </a:prstGeom>
          <a:noFill/>
          <a:ln/>
        </p:spPr>
        <p:txBody>
          <a:bodyPr wrap="square" lIns="25400" tIns="25400" rIns="25400" bIns="25400" rtlCol="0" anchor="t"/>
          <a:lstStyle/>
          <a:p>
            <a:pPr marL="342900" indent="-342900">
              <a:spcBef>
                <a:spcPts val="600"/>
              </a:spcBef>
              <a:buSzPct val="100000"/>
              <a:buFont typeface="+mj-lt"/>
              <a:buAutoNum type="arabicPeriod" startAt="1"/>
            </a:pPr>
            <a:r>
              <a:rPr lang="en-US" sz="1500" b="1" dirty="0">
                <a:solidFill>
                  <a:srgbClr val="18202D"/>
                </a:solidFill>
                <a:latin typeface="Calibri" pitchFamily="34" charset="0"/>
                <a:ea typeface="Calibri" pitchFamily="34" charset="-122"/>
                <a:cs typeface="Calibri" pitchFamily="34" charset="-120"/>
              </a:rPr>
              <a:t>Down: </a:t>
            </a:r>
            <a:pPr indent="0" marL="0">
              <a:buNone/>
            </a:pPr>
            <a:r>
              <a:rPr lang="en-US" sz="1500" dirty="0">
                <a:solidFill>
                  <a:srgbClr val="18202D"/>
                </a:solidFill>
                <a:latin typeface="Calibri" pitchFamily="34" charset="0"/>
                <a:ea typeface="Calibri" pitchFamily="34" charset="-122"/>
                <a:cs typeface="Calibri" pitchFamily="34" charset="-120"/>
              </a:rPr>
              <a:t>NEED-010 → CAP-010 → REQ-STK-010 → REQ-SYS-010 → FN-007 → PHY-003</a:t>
            </a:r>
            <a:endParaRPr lang="en-US" sz="1500" dirty="0"/>
          </a:p>
          <a:p>
            <a:pPr marL="342900" indent="-342900">
              <a:spcBef>
                <a:spcPts val="600"/>
              </a:spcBef>
              <a:buSzPct val="100000"/>
              <a:buFont typeface="+mj-lt"/>
              <a:buAutoNum type="arabicPeriod" startAt="1"/>
            </a:pPr>
            <a:r>
              <a:rPr lang="en-US" sz="1500" b="1" dirty="0">
                <a:solidFill>
                  <a:srgbClr val="18202D"/>
                </a:solidFill>
                <a:latin typeface="Calibri" pitchFamily="34" charset="0"/>
                <a:ea typeface="Calibri" pitchFamily="34" charset="-122"/>
                <a:cs typeface="Calibri" pitchFamily="34" charset="-120"/>
              </a:rPr>
              <a:t>Out: </a:t>
            </a:r>
            <a:pPr indent="0" marL="0">
              <a:buNone/>
            </a:pPr>
            <a:r>
              <a:rPr lang="en-US" sz="1500" dirty="0">
                <a:solidFill>
                  <a:srgbClr val="18202D"/>
                </a:solidFill>
                <a:latin typeface="Calibri" pitchFamily="34" charset="0"/>
                <a:ea typeface="Calibri" pitchFamily="34" charset="-122"/>
                <a:cs typeface="Calibri" pitchFamily="34" charset="-120"/>
              </a:rPr>
              <a:t>IF-006 → MOP-009 → U-002 → INC-000 → DEC-001</a:t>
            </a:r>
            <a:endParaRPr lang="en-US" sz="1500" dirty="0"/>
          </a:p>
        </p:txBody>
      </p:sp>
      <p:sp>
        <p:nvSpPr>
          <p:cNvPr id="25" name="Slide Number Placeholder 0"/>
          <p:cNvSpPr>
            <a:spLocks noGrp="1"/>
          </p:cNvSpPr>
          <p:nvPr>
            <p:ph type="sldNum" sz="quarter" idx="4294967295"/>
          </p:nvPr>
        </p:nvSpPr>
        <p:spPr>
          <a:xfrm>
            <a:off x="10728655" y="6400800"/>
            <a:ext cx="91440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18202D"/>
                </a:solidFill>
                <a:latin typeface="Calibri"/>
                <a:ea typeface="Calibri"/>
                <a:cs typeface="Calibri"/>
              </a:defRPr>
            </a:lvl1pPr>
          </a:lstStyle>
          <a:p>
            <a:pPr algn="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548640" y="5828538"/>
            <a:ext cx="11094415" cy="435102"/>
          </a:xfrm>
          <a:prstGeom prst="rect">
            <a:avLst/>
          </a:prstGeom>
          <a:noFill/>
          <a:ln/>
        </p:spPr>
        <p:txBody>
          <a:bodyPr wrap="square" lIns="0" tIns="0" rIns="0" bIns="0" rtlCol="0" anchor="b"/>
          <a:lstStyle/>
          <a:p>
            <a:pPr indent="0" marL="0">
              <a:buNone/>
            </a:pPr>
            <a:r>
              <a:rPr lang="en-US" sz="1050" b="1" dirty="0">
                <a:solidFill>
                  <a:srgbClr val="18202D"/>
                </a:solidFill>
                <a:latin typeface="Calibri" pitchFamily="34" charset="0"/>
                <a:ea typeface="Calibri" pitchFamily="34" charset="-122"/>
                <a:cs typeface="Calibri" pitchFamily="34" charset="-120"/>
              </a:rPr>
              <a:t>Figure. </a:t>
            </a:r>
            <a:pPr indent="0" marL="0">
              <a:buNone/>
            </a:pPr>
            <a:r>
              <a:rPr lang="en-US" sz="1050" dirty="0">
                <a:solidFill>
                  <a:srgbClr val="566071"/>
                </a:solidFill>
                <a:latin typeface="Calibri" pitchFamily="34" charset="0"/>
                <a:ea typeface="Calibri" pitchFamily="34" charset="-122"/>
                <a:cs typeface="Calibri" pitchFamily="34" charset="-120"/>
              </a:rPr>
              <a:t>AeroLink’s coverage per layer, and how its 30 findings were dispositioned. (FICTIONAL)</a:t>
            </a:r>
            <a:endParaRPr lang="en-US" sz="1050" dirty="0"/>
          </a:p>
          <a:p>
            <a:pPr indent="0" marL="0">
              <a:buNone/>
            </a:pPr>
            <a:r>
              <a:rPr lang="en-US" sz="1050" b="1" dirty="0">
                <a:solidFill>
                  <a:srgbClr val="18202D"/>
                </a:solidFill>
                <a:latin typeface="Calibri" pitchFamily="34" charset="0"/>
                <a:ea typeface="Calibri" pitchFamily="34" charset="-122"/>
                <a:cs typeface="Calibri" pitchFamily="34" charset="-120"/>
              </a:rPr>
              <a:t>Sources: </a:t>
            </a:r>
            <a:pPr indent="0" marL="0">
              <a:buNone/>
            </a:pPr>
            <a:r>
              <a:rPr lang="en-US" sz="1050" dirty="0">
                <a:solidFill>
                  <a:srgbClr val="566071"/>
                </a:solidFill>
                <a:latin typeface="Calibri" pitchFamily="34" charset="0"/>
                <a:ea typeface="Calibri" pitchFamily="34" charset="-122"/>
                <a:cs typeface="Calibri" pitchFamily="34" charset="-120"/>
              </a:rPr>
              <a:t>R45 p.118; R56 p.389</a:t>
            </a:r>
            <a:endParaRPr lang="en-US" sz="1050" dirty="0"/>
          </a:p>
        </p:txBody>
      </p:sp>
      <p:sp>
        <p:nvSpPr>
          <p:cNvPr id="3" name="Text 1"/>
          <p:cNvSpPr/>
          <p:nvPr/>
        </p:nvSpPr>
        <p:spPr>
          <a:xfrm>
            <a:off x="548640" y="292608"/>
            <a:ext cx="11094415" cy="731520"/>
          </a:xfrm>
          <a:prstGeom prst="rect">
            <a:avLst/>
          </a:prstGeom>
          <a:noFill/>
          <a:ln/>
        </p:spPr>
        <p:txBody>
          <a:bodyPr wrap="square" lIns="0" tIns="0" rIns="0" bIns="0" rtlCol="0" anchor="b"/>
          <a:lstStyle/>
          <a:p>
            <a:pPr indent="0" marL="0">
              <a:buNone/>
            </a:pPr>
            <a:r>
              <a:rPr lang="en-US" sz="3000" b="1" dirty="0">
                <a:solidFill>
                  <a:srgbClr val="18202D"/>
                </a:solidFill>
                <a:latin typeface="Calibri" pitchFamily="34" charset="0"/>
                <a:ea typeface="Calibri" pitchFamily="34" charset="-122"/>
                <a:cs typeface="Calibri" pitchFamily="34" charset="-120"/>
              </a:rPr>
              <a:t>Worked example: AeroLink’s package audit</a:t>
            </a:r>
            <a:endParaRPr lang="en-US" sz="3000" dirty="0"/>
          </a:p>
        </p:txBody>
      </p:sp>
      <p:pic>
        <p:nvPicPr>
          <p:cNvPr id="4" name="Image 0" descr="Five horizontal bars, one per layer, each filled to its coverage: needs → stakeholder requirements: 17 of 17 (100 %); stakeholder → system requirements: 16 of 19 (84 %); system requirements → architecture: 15 of 15 (100 %); architecture → interfaces: 7 of 8 (88 %); roadmap → package: 3 of 3 (100 %). Beside them a tally: 13 accepted (5 of them earlier dispositions no longer true), 17 deferred.">    </p:cNvPr>
          <p:cNvPicPr>
            <a:picLocks noChangeAspect="1"/>
          </p:cNvPicPr>
          <p:nvPr/>
        </p:nvPicPr>
        <p:blipFill>
          <a:blip r:embed="rId1"/>
          <a:stretch>
            <a:fillRect/>
          </a:stretch>
        </p:blipFill>
        <p:spPr>
          <a:xfrm>
            <a:off x="548640" y="1621462"/>
            <a:ext cx="6379289" cy="3728615"/>
          </a:xfrm>
          <a:prstGeom prst="rect">
            <a:avLst/>
          </a:prstGeom>
        </p:spPr>
      </p:pic>
      <p:sp>
        <p:nvSpPr>
          <p:cNvPr id="5" name="Text 2"/>
          <p:cNvSpPr/>
          <p:nvPr/>
        </p:nvSpPr>
        <p:spPr>
          <a:xfrm>
            <a:off x="7293689" y="1280160"/>
            <a:ext cx="4349366" cy="4239768"/>
          </a:xfrm>
          <a:prstGeom prst="rect">
            <a:avLst/>
          </a:prstGeom>
          <a:noFill/>
          <a:ln/>
        </p:spPr>
        <p:txBody>
          <a:bodyPr wrap="square" lIns="25400" tIns="25400" rIns="25400" bIns="25400" rtlCol="0" anchor="t"/>
          <a:lstStyle/>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30 findings: 13 accepted, 17 deferred</a:t>
            </a:r>
            <a:endParaRPr lang="en-US" sz="2000" dirty="0"/>
          </a:p>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5 Week 2 dispositions made false by later weeks</a:t>
            </a:r>
            <a:endParaRPr lang="en-US" sz="2000" dirty="0"/>
          </a:p>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Week 2 open items dropped by Week 6: 2 deferred (NEED-008, NEED-006) and NEED-017 carried through U-006</a:t>
            </a:r>
            <a:endParaRPr lang="en-US" sz="2000" dirty="0"/>
          </a:p>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3 stakeholder requirements with no child, by decision</a:t>
            </a:r>
            <a:endParaRPr lang="en-US" sz="2000" dirty="0"/>
          </a:p>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PHY-006: an element no interface ends at</a:t>
            </a:r>
            <a:endParaRPr lang="en-US" sz="2000" dirty="0"/>
          </a:p>
        </p:txBody>
      </p:sp>
      <p:sp>
        <p:nvSpPr>
          <p:cNvPr id="25" name="Slide Number Placeholder 0"/>
          <p:cNvSpPr>
            <a:spLocks noGrp="1"/>
          </p:cNvSpPr>
          <p:nvPr>
            <p:ph type="sldNum" sz="quarter" idx="4294967295"/>
          </p:nvPr>
        </p:nvSpPr>
        <p:spPr>
          <a:xfrm>
            <a:off x="10728655" y="6400800"/>
            <a:ext cx="91440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18202D"/>
                </a:solidFill>
                <a:latin typeface="Calibri"/>
                <a:ea typeface="Calibri"/>
                <a:cs typeface="Calibri"/>
              </a:defRPr>
            </a:lvl1pPr>
          </a:lstStyle>
          <a:p>
            <a:pPr algn="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548640" y="5991225"/>
            <a:ext cx="11094415" cy="272415"/>
          </a:xfrm>
          <a:prstGeom prst="rect">
            <a:avLst/>
          </a:prstGeom>
          <a:noFill/>
          <a:ln/>
        </p:spPr>
        <p:txBody>
          <a:bodyPr wrap="square" lIns="0" tIns="0" rIns="0" bIns="0" rtlCol="0" anchor="b"/>
          <a:lstStyle/>
          <a:p>
            <a:pPr indent="0" marL="0">
              <a:buNone/>
            </a:pPr>
            <a:r>
              <a:rPr lang="en-US" sz="1050" b="1" dirty="0">
                <a:solidFill>
                  <a:srgbClr val="18202D"/>
                </a:solidFill>
                <a:latin typeface="Calibri" pitchFamily="34" charset="0"/>
                <a:ea typeface="Calibri" pitchFamily="34" charset="-122"/>
                <a:cs typeface="Calibri" pitchFamily="34" charset="-120"/>
              </a:rPr>
              <a:t>Sources: </a:t>
            </a:r>
            <a:pPr indent="0" marL="0">
              <a:buNone/>
            </a:pPr>
            <a:r>
              <a:rPr lang="en-US" sz="1050" dirty="0">
                <a:solidFill>
                  <a:srgbClr val="566071"/>
                </a:solidFill>
                <a:latin typeface="Calibri" pitchFamily="34" charset="0"/>
                <a:ea typeface="Calibri" pitchFamily="34" charset="-122"/>
                <a:cs typeface="Calibri" pitchFamily="34" charset="-120"/>
              </a:rPr>
              <a:t>R06c p.386</a:t>
            </a:r>
            <a:endParaRPr lang="en-US" sz="1050" dirty="0"/>
          </a:p>
        </p:txBody>
      </p:sp>
      <p:sp>
        <p:nvSpPr>
          <p:cNvPr id="3" name="Text 1"/>
          <p:cNvSpPr/>
          <p:nvPr/>
        </p:nvSpPr>
        <p:spPr>
          <a:xfrm>
            <a:off x="548640" y="292608"/>
            <a:ext cx="11094415" cy="731520"/>
          </a:xfrm>
          <a:prstGeom prst="rect">
            <a:avLst/>
          </a:prstGeom>
          <a:noFill/>
          <a:ln/>
        </p:spPr>
        <p:txBody>
          <a:bodyPr wrap="square" lIns="0" tIns="0" rIns="0" bIns="0" rtlCol="0" anchor="b"/>
          <a:lstStyle/>
          <a:p>
            <a:pPr indent="0" marL="0">
              <a:buNone/>
            </a:pPr>
            <a:r>
              <a:rPr lang="en-US" sz="3000" b="1" dirty="0">
                <a:solidFill>
                  <a:srgbClr val="18202D"/>
                </a:solidFill>
                <a:latin typeface="Calibri" pitchFamily="34" charset="0"/>
                <a:ea typeface="Calibri" pitchFamily="34" charset="-122"/>
                <a:cs typeface="Calibri" pitchFamily="34" charset="-120"/>
              </a:rPr>
              <a:t>What a technical review is for</a:t>
            </a:r>
            <a:endParaRPr lang="en-US" sz="3000" dirty="0"/>
          </a:p>
        </p:txBody>
      </p:sp>
      <p:sp>
        <p:nvSpPr>
          <p:cNvPr id="4" name="Shape 2"/>
          <p:cNvSpPr/>
          <p:nvPr/>
        </p:nvSpPr>
        <p:spPr>
          <a:xfrm>
            <a:off x="548640" y="1280160"/>
            <a:ext cx="11094415" cy="1872996"/>
          </a:xfrm>
          <a:prstGeom prst="rect">
            <a:avLst/>
          </a:prstGeom>
          <a:solidFill>
            <a:srgbClr val="E1EFF4"/>
          </a:solidFill>
          <a:ln w="12700">
            <a:solidFill>
              <a:srgbClr val="E1EFF4"/>
            </a:solidFill>
            <a:prstDash val="solid"/>
          </a:ln>
        </p:spPr>
      </p:sp>
      <p:sp>
        <p:nvSpPr>
          <p:cNvPr id="5" name="Shape 3"/>
          <p:cNvSpPr/>
          <p:nvPr/>
        </p:nvSpPr>
        <p:spPr>
          <a:xfrm>
            <a:off x="548640" y="1280160"/>
            <a:ext cx="73152" cy="1872996"/>
          </a:xfrm>
          <a:prstGeom prst="rect">
            <a:avLst/>
          </a:prstGeom>
          <a:solidFill>
            <a:srgbClr val="0F6E8C"/>
          </a:solidFill>
          <a:ln w="12700">
            <a:solidFill>
              <a:srgbClr val="0F6E8C"/>
            </a:solidFill>
            <a:prstDash val="solid"/>
          </a:ln>
        </p:spPr>
      </p:sp>
      <p:sp>
        <p:nvSpPr>
          <p:cNvPr id="6" name="Text 4"/>
          <p:cNvSpPr/>
          <p:nvPr/>
        </p:nvSpPr>
        <p:spPr>
          <a:xfrm>
            <a:off x="777240" y="1280160"/>
            <a:ext cx="10728655" cy="1872996"/>
          </a:xfrm>
          <a:prstGeom prst="rect">
            <a:avLst/>
          </a:prstGeom>
          <a:noFill/>
          <a:ln/>
        </p:spPr>
        <p:txBody>
          <a:bodyPr wrap="square" lIns="50800" tIns="50800" rIns="50800" bIns="50800" rtlCol="0" anchor="ctr"/>
          <a:lstStyle/>
          <a:p>
            <a:pPr indent="0" marL="0">
              <a:buNone/>
            </a:pPr>
            <a:r>
              <a:rPr lang="en-US" sz="1300" b="1" spc="100" kern="0" dirty="0">
                <a:solidFill>
                  <a:srgbClr val="18202D"/>
                </a:solidFill>
                <a:latin typeface="Calibri" pitchFamily="34" charset="0"/>
                <a:ea typeface="Calibri" pitchFamily="34" charset="-122"/>
                <a:cs typeface="Calibri" pitchFamily="34" charset="-120"/>
              </a:rPr>
              <a:t>TECHNICAL REVIEWS AND AUDITS</a:t>
            </a:r>
            <a:endParaRPr lang="en-US" sz="1300" dirty="0"/>
          </a:p>
          <a:p>
            <a:pPr indent="0" marL="0">
              <a:buNone/>
            </a:pPr>
            <a:r>
              <a:rPr lang="en-US" sz="2200" dirty="0">
                <a:solidFill>
                  <a:srgbClr val="18202D"/>
                </a:solidFill>
                <a:latin typeface="Calibri" pitchFamily="34" charset="0"/>
                <a:ea typeface="Calibri" pitchFamily="34" charset="-122"/>
                <a:cs typeface="Calibri" pitchFamily="34" charset="-120"/>
              </a:rPr>
              <a:t>A mechanism by which sufficiently independent and knowledgeable stakeholders analyze the current state of a system or work products using pre-established criteria</a:t>
            </a:r>
            <a:endParaRPr lang="en-US" sz="1300" dirty="0"/>
          </a:p>
          <a:p>
            <a:pPr indent="0" marL="0">
              <a:spcBef>
                <a:spcPts val="600"/>
              </a:spcBef>
              <a:buNone/>
            </a:pPr>
            <a:r>
              <a:rPr lang="en-US" sz="1100" dirty="0">
                <a:solidFill>
                  <a:srgbClr val="0F6E8C"/>
                </a:solidFill>
                <a:latin typeface="Calibri" pitchFamily="34" charset="0"/>
                <a:ea typeface="Calibri" pitchFamily="34" charset="-122"/>
                <a:cs typeface="Calibri" pitchFamily="34" charset="-120"/>
              </a:rPr>
              <a:t>R06c · SEBoK v2.14 (2026), "Technical Reviews and Audits", p.386</a:t>
            </a:r>
            <a:endParaRPr lang="en-US" sz="1300" dirty="0"/>
          </a:p>
        </p:txBody>
      </p:sp>
      <p:sp>
        <p:nvSpPr>
          <p:cNvPr id="7" name="Text 5"/>
          <p:cNvSpPr/>
          <p:nvPr/>
        </p:nvSpPr>
        <p:spPr>
          <a:xfrm>
            <a:off x="548640" y="3317748"/>
            <a:ext cx="11094415" cy="1286256"/>
          </a:xfrm>
          <a:prstGeom prst="rect">
            <a:avLst/>
          </a:prstGeom>
          <a:noFill/>
          <a:ln/>
        </p:spPr>
        <p:txBody>
          <a:bodyPr wrap="square" lIns="25400" tIns="25400" rIns="25400" bIns="25400" rtlCol="0" anchor="t"/>
          <a:lstStyle/>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Results support programmatic and technical decisions</a:t>
            </a:r>
            <a:endParaRPr lang="en-US" sz="2000" dirty="0"/>
          </a:p>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They help establish readiness for the next stage</a:t>
            </a:r>
            <a:endParaRPr lang="en-US" sz="2000" dirty="0"/>
          </a:p>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They support baselines and early validation</a:t>
            </a:r>
            <a:endParaRPr lang="en-US" sz="2000" dirty="0"/>
          </a:p>
        </p:txBody>
      </p:sp>
      <p:sp>
        <p:nvSpPr>
          <p:cNvPr id="25" name="Slide Number Placeholder 0"/>
          <p:cNvSpPr>
            <a:spLocks noGrp="1"/>
          </p:cNvSpPr>
          <p:nvPr>
            <p:ph type="sldNum" sz="quarter" idx="4294967295"/>
          </p:nvPr>
        </p:nvSpPr>
        <p:spPr>
          <a:xfrm>
            <a:off x="10728655" y="6400800"/>
            <a:ext cx="91440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18202D"/>
                </a:solidFill>
                <a:latin typeface="Calibri"/>
                <a:ea typeface="Calibri"/>
                <a:cs typeface="Calibri"/>
              </a:defRPr>
            </a:lvl1pPr>
          </a:lstStyle>
          <a:p>
            <a:pPr algn="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548640" y="5828538"/>
            <a:ext cx="11094415" cy="435102"/>
          </a:xfrm>
          <a:prstGeom prst="rect">
            <a:avLst/>
          </a:prstGeom>
          <a:noFill/>
          <a:ln/>
        </p:spPr>
        <p:txBody>
          <a:bodyPr wrap="square" lIns="0" tIns="0" rIns="0" bIns="0" rtlCol="0" anchor="b"/>
          <a:lstStyle/>
          <a:p>
            <a:pPr indent="0" marL="0">
              <a:buNone/>
            </a:pPr>
            <a:r>
              <a:rPr lang="en-US" sz="1050" b="1" dirty="0">
                <a:solidFill>
                  <a:srgbClr val="18202D"/>
                </a:solidFill>
                <a:latin typeface="Calibri" pitchFamily="34" charset="0"/>
                <a:ea typeface="Calibri" pitchFamily="34" charset="-122"/>
                <a:cs typeface="Calibri" pitchFamily="34" charset="-120"/>
              </a:rPr>
              <a:t>Figure. </a:t>
            </a:r>
            <a:pPr indent="0" marL="0">
              <a:buNone/>
            </a:pPr>
            <a:r>
              <a:rPr lang="en-US" sz="1050" dirty="0">
                <a:solidFill>
                  <a:srgbClr val="566071"/>
                </a:solidFill>
                <a:latin typeface="Calibri" pitchFamily="34" charset="0"/>
                <a:ea typeface="Calibri" pitchFamily="34" charset="-122"/>
                <a:cs typeface="Calibri" pitchFamily="34" charset="-120"/>
              </a:rPr>
              <a:t>The three stages of a technical review, with the course’s criteria under each.</a:t>
            </a:r>
            <a:endParaRPr lang="en-US" sz="1050" dirty="0"/>
          </a:p>
          <a:p>
            <a:pPr indent="0" marL="0">
              <a:buNone/>
            </a:pPr>
            <a:r>
              <a:rPr lang="en-US" sz="1050" b="1" dirty="0">
                <a:solidFill>
                  <a:srgbClr val="18202D"/>
                </a:solidFill>
                <a:latin typeface="Calibri" pitchFamily="34" charset="0"/>
                <a:ea typeface="Calibri" pitchFamily="34" charset="-122"/>
                <a:cs typeface="Calibri" pitchFamily="34" charset="-120"/>
              </a:rPr>
              <a:t>Sources: </a:t>
            </a:r>
            <a:pPr indent="0" marL="0">
              <a:buNone/>
            </a:pPr>
            <a:r>
              <a:rPr lang="en-US" sz="1050" dirty="0">
                <a:solidFill>
                  <a:srgbClr val="566071"/>
                </a:solidFill>
                <a:latin typeface="Calibri" pitchFamily="34" charset="0"/>
                <a:ea typeface="Calibri" pitchFamily="34" charset="-122"/>
                <a:cs typeface="Calibri" pitchFamily="34" charset="-120"/>
              </a:rPr>
              <a:t>R06c p.387; R06c p.388</a:t>
            </a:r>
            <a:endParaRPr lang="en-US" sz="1050" dirty="0"/>
          </a:p>
        </p:txBody>
      </p:sp>
      <p:sp>
        <p:nvSpPr>
          <p:cNvPr id="3" name="Text 1"/>
          <p:cNvSpPr/>
          <p:nvPr/>
        </p:nvSpPr>
        <p:spPr>
          <a:xfrm>
            <a:off x="548640" y="292608"/>
            <a:ext cx="11094415" cy="731520"/>
          </a:xfrm>
          <a:prstGeom prst="rect">
            <a:avLst/>
          </a:prstGeom>
          <a:noFill/>
          <a:ln/>
        </p:spPr>
        <p:txBody>
          <a:bodyPr wrap="square" lIns="0" tIns="0" rIns="0" bIns="0" rtlCol="0" anchor="b"/>
          <a:lstStyle/>
          <a:p>
            <a:pPr indent="0" marL="0">
              <a:buNone/>
            </a:pPr>
            <a:r>
              <a:rPr lang="en-US" sz="3000" b="1" dirty="0">
                <a:solidFill>
                  <a:srgbClr val="18202D"/>
                </a:solidFill>
                <a:latin typeface="Calibri" pitchFamily="34" charset="0"/>
                <a:ea typeface="Calibri" pitchFamily="34" charset="-122"/>
                <a:cs typeface="Calibri" pitchFamily="34" charset="-120"/>
              </a:rPr>
              <a:t>Prepare, conduct, complete</a:t>
            </a:r>
            <a:endParaRPr lang="en-US" sz="3000" dirty="0"/>
          </a:p>
        </p:txBody>
      </p:sp>
      <p:pic>
        <p:nvPicPr>
          <p:cNvPr id="4" name="Image 0" descr="Three boxes left to right joined by arrows: prepare, conduct, complete. Under prepare: criteria defined, entry confirmed, items sent in advance. Under conduct: analysis from different perspectives, findings recorded. Under complete: exit criteria met, results communicated, actions implemented.">    </p:cNvPr>
          <p:cNvPicPr>
            <a:picLocks noChangeAspect="1"/>
          </p:cNvPicPr>
          <p:nvPr/>
        </p:nvPicPr>
        <p:blipFill>
          <a:blip r:embed="rId1"/>
          <a:stretch>
            <a:fillRect/>
          </a:stretch>
        </p:blipFill>
        <p:spPr>
          <a:xfrm>
            <a:off x="548640" y="1621462"/>
            <a:ext cx="6379289" cy="3728615"/>
          </a:xfrm>
          <a:prstGeom prst="rect">
            <a:avLst/>
          </a:prstGeom>
        </p:spPr>
      </p:pic>
      <p:sp>
        <p:nvSpPr>
          <p:cNvPr id="5" name="Text 2"/>
          <p:cNvSpPr/>
          <p:nvPr/>
        </p:nvSpPr>
        <p:spPr>
          <a:xfrm>
            <a:off x="7293689" y="1280160"/>
            <a:ext cx="4349366" cy="2917952"/>
          </a:xfrm>
          <a:prstGeom prst="rect">
            <a:avLst/>
          </a:prstGeom>
          <a:noFill/>
          <a:ln/>
        </p:spPr>
        <p:txBody>
          <a:bodyPr wrap="square" lIns="25400" tIns="25400" rIns="25400" bIns="25400" rtlCol="0" anchor="t"/>
          <a:lstStyle/>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Prepare: entry and exit criteria defined; entry confirmed</a:t>
            </a:r>
            <a:endParaRPr lang="en-US" sz="2000" dirty="0"/>
          </a:p>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Items to be assessed sent in advance</a:t>
            </a:r>
            <a:endParaRPr lang="en-US" sz="2000" dirty="0"/>
          </a:p>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Conduct: analysis from different perspectives</a:t>
            </a:r>
            <a:endParaRPr lang="en-US" sz="2000" dirty="0"/>
          </a:p>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Complete: exit met, results communicated, actions done</a:t>
            </a:r>
            <a:endParaRPr lang="en-US" sz="2000" dirty="0"/>
          </a:p>
        </p:txBody>
      </p:sp>
      <p:sp>
        <p:nvSpPr>
          <p:cNvPr id="25" name="Slide Number Placeholder 0"/>
          <p:cNvSpPr>
            <a:spLocks noGrp="1"/>
          </p:cNvSpPr>
          <p:nvPr>
            <p:ph type="sldNum" sz="quarter" idx="4294967295"/>
          </p:nvPr>
        </p:nvSpPr>
        <p:spPr>
          <a:xfrm>
            <a:off x="10728655" y="6400800"/>
            <a:ext cx="91440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18202D"/>
                </a:solidFill>
                <a:latin typeface="Calibri"/>
                <a:ea typeface="Calibri"/>
                <a:cs typeface="Calibri"/>
              </a:defRPr>
            </a:lvl1pPr>
          </a:lstStyle>
          <a:p>
            <a:pPr algn="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548640" y="5991225"/>
            <a:ext cx="11094415" cy="272415"/>
          </a:xfrm>
          <a:prstGeom prst="rect">
            <a:avLst/>
          </a:prstGeom>
          <a:noFill/>
          <a:ln/>
        </p:spPr>
        <p:txBody>
          <a:bodyPr wrap="square" lIns="0" tIns="0" rIns="0" bIns="0" rtlCol="0" anchor="b"/>
          <a:lstStyle/>
          <a:p>
            <a:pPr indent="0" marL="0">
              <a:buNone/>
            </a:pPr>
            <a:r>
              <a:rPr lang="en-US" sz="1050" b="1" dirty="0">
                <a:solidFill>
                  <a:srgbClr val="18202D"/>
                </a:solidFill>
                <a:latin typeface="Calibri" pitchFamily="34" charset="0"/>
                <a:ea typeface="Calibri" pitchFamily="34" charset="-122"/>
                <a:cs typeface="Calibri" pitchFamily="34" charset="-120"/>
              </a:rPr>
              <a:t>Sources: </a:t>
            </a:r>
            <a:pPr indent="0" marL="0">
              <a:buNone/>
            </a:pPr>
            <a:r>
              <a:rPr lang="en-US" sz="1050" dirty="0">
                <a:solidFill>
                  <a:srgbClr val="566071"/>
                </a:solidFill>
                <a:latin typeface="Calibri" pitchFamily="34" charset="0"/>
                <a:ea typeface="Calibri" pitchFamily="34" charset="-122"/>
                <a:cs typeface="Calibri" pitchFamily="34" charset="-120"/>
              </a:rPr>
              <a:t>R40 p.70; R44 p.111</a:t>
            </a:r>
            <a:endParaRPr lang="en-US" sz="1050" dirty="0"/>
          </a:p>
        </p:txBody>
      </p:sp>
      <p:sp>
        <p:nvSpPr>
          <p:cNvPr id="3" name="Text 1"/>
          <p:cNvSpPr/>
          <p:nvPr/>
        </p:nvSpPr>
        <p:spPr>
          <a:xfrm>
            <a:off x="548640" y="292608"/>
            <a:ext cx="11094415" cy="731520"/>
          </a:xfrm>
          <a:prstGeom prst="rect">
            <a:avLst/>
          </a:prstGeom>
          <a:noFill/>
          <a:ln/>
        </p:spPr>
        <p:txBody>
          <a:bodyPr wrap="square" lIns="0" tIns="0" rIns="0" bIns="0" rtlCol="0" anchor="b"/>
          <a:lstStyle/>
          <a:p>
            <a:pPr indent="0" marL="0">
              <a:buNone/>
            </a:pPr>
            <a:r>
              <a:rPr lang="en-US" sz="3000" b="1" dirty="0">
                <a:solidFill>
                  <a:srgbClr val="18202D"/>
                </a:solidFill>
                <a:latin typeface="Calibri" pitchFamily="34" charset="0"/>
                <a:ea typeface="Calibri" pitchFamily="34" charset="-122"/>
                <a:cs typeface="Calibri" pitchFamily="34" charset="-120"/>
              </a:rPr>
              <a:t>The Phase I review’s entry and exit criteria</a:t>
            </a:r>
            <a:endParaRPr lang="en-US" sz="3000" dirty="0"/>
          </a:p>
        </p:txBody>
      </p:sp>
      <p:sp>
        <p:nvSpPr>
          <p:cNvPr id="4" name="Text 2"/>
          <p:cNvSpPr/>
          <p:nvPr/>
        </p:nvSpPr>
        <p:spPr>
          <a:xfrm>
            <a:off x="548640" y="1280160"/>
            <a:ext cx="6379289" cy="1678432"/>
          </a:xfrm>
          <a:prstGeom prst="rect">
            <a:avLst/>
          </a:prstGeom>
          <a:noFill/>
          <a:ln/>
        </p:spPr>
        <p:txBody>
          <a:bodyPr wrap="square" lIns="25400" tIns="25400" rIns="25400" bIns="25400" rtlCol="0" anchor="t"/>
          <a:lstStyle/>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Entry: package sent 24 h before Session 2</a:t>
            </a:r>
            <a:endParaRPr lang="en-US" sz="2000" dirty="0"/>
          </a:p>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Entry: every finding dispositioned, none silent</a:t>
            </a:r>
            <a:endParaRPr lang="en-US" sz="2000" dirty="0"/>
          </a:p>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Entry: summary, owners, thread prepared</a:t>
            </a:r>
            <a:endParaRPr lang="en-US" sz="2000" dirty="0"/>
          </a:p>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One key decision, with its alternatives</a:t>
            </a:r>
            <a:endParaRPr lang="en-US" sz="2000" dirty="0"/>
          </a:p>
        </p:txBody>
      </p:sp>
      <p:sp>
        <p:nvSpPr>
          <p:cNvPr id="5" name="Text 3"/>
          <p:cNvSpPr/>
          <p:nvPr/>
        </p:nvSpPr>
        <p:spPr>
          <a:xfrm>
            <a:off x="7293689" y="1280160"/>
            <a:ext cx="4349366" cy="2215896"/>
          </a:xfrm>
          <a:prstGeom prst="rect">
            <a:avLst/>
          </a:prstGeom>
          <a:noFill/>
          <a:ln/>
        </p:spPr>
        <p:txBody>
          <a:bodyPr wrap="square" lIns="25400" tIns="25400" rIns="25400" bIns="25400" rtlCol="0" anchor="t"/>
          <a:lstStyle/>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Exit: every RID dispositioned, with a response</a:t>
            </a:r>
            <a:endParaRPr lang="en-US" sz="2000" dirty="0"/>
          </a:p>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Exit: every accepted or deferred RID owned</a:t>
            </a:r>
            <a:endParaRPr lang="en-US" sz="2000" dirty="0"/>
          </a:p>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Exit: the closed package exported again</a:t>
            </a:r>
            <a:endParaRPr lang="en-US" sz="2000" dirty="0"/>
          </a:p>
        </p:txBody>
      </p:sp>
      <p:sp>
        <p:nvSpPr>
          <p:cNvPr id="25" name="Slide Number Placeholder 0"/>
          <p:cNvSpPr>
            <a:spLocks noGrp="1"/>
          </p:cNvSpPr>
          <p:nvPr>
            <p:ph type="sldNum" sz="quarter" idx="4294967295"/>
          </p:nvPr>
        </p:nvSpPr>
        <p:spPr>
          <a:xfrm>
            <a:off x="10728655" y="6400800"/>
            <a:ext cx="91440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18202D"/>
                </a:solidFill>
                <a:latin typeface="Calibri"/>
                <a:ea typeface="Calibri"/>
                <a:cs typeface="Calibri"/>
              </a:defRPr>
            </a:lvl1pPr>
          </a:lstStyle>
          <a:p>
            <a:pPr algn="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548640" y="5828538"/>
            <a:ext cx="11094415" cy="435102"/>
          </a:xfrm>
          <a:prstGeom prst="rect">
            <a:avLst/>
          </a:prstGeom>
          <a:noFill/>
          <a:ln/>
        </p:spPr>
        <p:txBody>
          <a:bodyPr wrap="square" lIns="0" tIns="0" rIns="0" bIns="0" rtlCol="0" anchor="b"/>
          <a:lstStyle/>
          <a:p>
            <a:pPr indent="0" marL="0">
              <a:buNone/>
            </a:pPr>
            <a:r>
              <a:rPr lang="en-US" sz="1050" b="1" dirty="0">
                <a:solidFill>
                  <a:srgbClr val="18202D"/>
                </a:solidFill>
                <a:latin typeface="Calibri" pitchFamily="34" charset="0"/>
                <a:ea typeface="Calibri" pitchFamily="34" charset="-122"/>
                <a:cs typeface="Calibri" pitchFamily="34" charset="-120"/>
              </a:rPr>
              <a:t>Figure. </a:t>
            </a:r>
            <a:pPr indent="0" marL="0">
              <a:buNone/>
            </a:pPr>
            <a:r>
              <a:rPr lang="en-US" sz="1050" dirty="0">
                <a:solidFill>
                  <a:srgbClr val="566071"/>
                </a:solidFill>
                <a:latin typeface="Calibri" pitchFamily="34" charset="0"/>
                <a:ea typeface="Calibri" pitchFamily="34" charset="-122"/>
                <a:cs typeface="Calibri" pitchFamily="34" charset="-120"/>
              </a:rPr>
              <a:t>The roles in the course design review, with what each brings to the room.</a:t>
            </a:r>
            <a:endParaRPr lang="en-US" sz="1050" dirty="0"/>
          </a:p>
          <a:p>
            <a:pPr indent="0" marL="0">
              <a:buNone/>
            </a:pPr>
            <a:r>
              <a:rPr lang="en-US" sz="1050" b="1" dirty="0">
                <a:solidFill>
                  <a:srgbClr val="18202D"/>
                </a:solidFill>
                <a:latin typeface="Calibri" pitchFamily="34" charset="0"/>
                <a:ea typeface="Calibri" pitchFamily="34" charset="-122"/>
                <a:cs typeface="Calibri" pitchFamily="34" charset="-120"/>
              </a:rPr>
              <a:t>Sources: </a:t>
            </a:r>
            <a:pPr indent="0" marL="0">
              <a:buNone/>
            </a:pPr>
            <a:r>
              <a:rPr lang="en-US" sz="1050" dirty="0">
                <a:solidFill>
                  <a:srgbClr val="566071"/>
                </a:solidFill>
                <a:latin typeface="Calibri" pitchFamily="34" charset="0"/>
                <a:ea typeface="Calibri" pitchFamily="34" charset="-122"/>
                <a:cs typeface="Calibri" pitchFamily="34" charset="-120"/>
              </a:rPr>
              <a:t>R06c p.388; R18 p.474</a:t>
            </a:r>
            <a:endParaRPr lang="en-US" sz="1050" dirty="0"/>
          </a:p>
        </p:txBody>
      </p:sp>
      <p:sp>
        <p:nvSpPr>
          <p:cNvPr id="3" name="Text 1"/>
          <p:cNvSpPr/>
          <p:nvPr/>
        </p:nvSpPr>
        <p:spPr>
          <a:xfrm>
            <a:off x="548640" y="292608"/>
            <a:ext cx="11094415" cy="731520"/>
          </a:xfrm>
          <a:prstGeom prst="rect">
            <a:avLst/>
          </a:prstGeom>
          <a:noFill/>
          <a:ln/>
        </p:spPr>
        <p:txBody>
          <a:bodyPr wrap="square" lIns="0" tIns="0" rIns="0" bIns="0" rtlCol="0" anchor="b"/>
          <a:lstStyle/>
          <a:p>
            <a:pPr indent="0" marL="0">
              <a:buNone/>
            </a:pPr>
            <a:r>
              <a:rPr lang="en-US" sz="3000" b="1" dirty="0">
                <a:solidFill>
                  <a:srgbClr val="18202D"/>
                </a:solidFill>
                <a:latin typeface="Calibri" pitchFamily="34" charset="0"/>
                <a:ea typeface="Calibri" pitchFamily="34" charset="-122"/>
                <a:cs typeface="Calibri" pitchFamily="34" charset="-120"/>
              </a:rPr>
              <a:t>Review roles: owners, reviewers, chair, recorder</a:t>
            </a:r>
            <a:endParaRPr lang="en-US" sz="3000" dirty="0"/>
          </a:p>
        </p:txBody>
      </p:sp>
      <p:pic>
        <p:nvPicPr>
          <p:cNvPr id="4" name="Image 0" descr="A grid of five role cards: owning team, which presents and answers; peer reviewers, who raise findings; chair, the instructor, who decides; recorder, who writes findings and actions; timekeeper, who holds the slots. A bracket marks the peer reviewers and the chair as far enough removed to be independent.">    </p:cNvPr>
          <p:cNvPicPr>
            <a:picLocks noChangeAspect="1"/>
          </p:cNvPicPr>
          <p:nvPr/>
        </p:nvPicPr>
        <p:blipFill>
          <a:blip r:embed="rId1"/>
          <a:stretch>
            <a:fillRect/>
          </a:stretch>
        </p:blipFill>
        <p:spPr>
          <a:xfrm>
            <a:off x="548640" y="1621462"/>
            <a:ext cx="6379289" cy="3728615"/>
          </a:xfrm>
          <a:prstGeom prst="rect">
            <a:avLst/>
          </a:prstGeom>
        </p:spPr>
      </p:pic>
      <p:sp>
        <p:nvSpPr>
          <p:cNvPr id="5" name="Text 2"/>
          <p:cNvSpPr/>
          <p:nvPr/>
        </p:nvSpPr>
        <p:spPr>
          <a:xfrm>
            <a:off x="7293689" y="1280160"/>
            <a:ext cx="4349366" cy="2917952"/>
          </a:xfrm>
          <a:prstGeom prst="rect">
            <a:avLst/>
          </a:prstGeom>
          <a:noFill/>
          <a:ln/>
        </p:spPr>
        <p:txBody>
          <a:bodyPr wrap="square" lIns="25400" tIns="25400" rIns="25400" bIns="25400" rtlCol="0" anchor="t"/>
          <a:lstStyle/>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Every member presents and answers for the sections they own</a:t>
            </a:r>
            <a:endParaRPr lang="en-US" sz="2000" dirty="0"/>
          </a:p>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Peer reviewers: far enough removed to see what you miss</a:t>
            </a:r>
            <a:endParaRPr lang="en-US" sz="2000" dirty="0"/>
          </a:p>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Chair (instructor) decides; recorder writes actions</a:t>
            </a:r>
            <a:endParaRPr lang="en-US" sz="2000" dirty="0"/>
          </a:p>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Independent review counters bias</a:t>
            </a:r>
            <a:endParaRPr lang="en-US" sz="2000" dirty="0"/>
          </a:p>
        </p:txBody>
      </p:sp>
      <p:sp>
        <p:nvSpPr>
          <p:cNvPr id="25" name="Slide Number Placeholder 0"/>
          <p:cNvSpPr>
            <a:spLocks noGrp="1"/>
          </p:cNvSpPr>
          <p:nvPr>
            <p:ph type="sldNum" sz="quarter" idx="4294967295"/>
          </p:nvPr>
        </p:nvSpPr>
        <p:spPr>
          <a:xfrm>
            <a:off x="10728655" y="6400800"/>
            <a:ext cx="91440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18202D"/>
                </a:solidFill>
                <a:latin typeface="Calibri"/>
                <a:ea typeface="Calibri"/>
                <a:cs typeface="Calibri"/>
              </a:defRPr>
            </a:lvl1pPr>
          </a:lstStyle>
          <a:p>
            <a:pPr algn="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548640" y="5991225"/>
            <a:ext cx="11094415" cy="272415"/>
          </a:xfrm>
          <a:prstGeom prst="rect">
            <a:avLst/>
          </a:prstGeom>
          <a:noFill/>
          <a:ln/>
        </p:spPr>
        <p:txBody>
          <a:bodyPr wrap="square" lIns="0" tIns="0" rIns="0" bIns="0" rtlCol="0" anchor="b"/>
          <a:lstStyle/>
          <a:p>
            <a:pPr indent="0" marL="0">
              <a:buNone/>
            </a:pPr>
            <a:r>
              <a:rPr lang="en-US" sz="1050" b="1" dirty="0">
                <a:solidFill>
                  <a:srgbClr val="18202D"/>
                </a:solidFill>
                <a:latin typeface="Calibri" pitchFamily="34" charset="0"/>
                <a:ea typeface="Calibri" pitchFamily="34" charset="-122"/>
                <a:cs typeface="Calibri" pitchFamily="34" charset="-120"/>
              </a:rPr>
              <a:t>Sources: </a:t>
            </a:r>
            <a:pPr indent="0" marL="0">
              <a:buNone/>
            </a:pPr>
            <a:r>
              <a:rPr lang="en-US" sz="1050" dirty="0">
                <a:solidFill>
                  <a:srgbClr val="566071"/>
                </a:solidFill>
                <a:latin typeface="Calibri" pitchFamily="34" charset="0"/>
                <a:ea typeface="Calibri" pitchFamily="34" charset="-122"/>
                <a:cs typeface="Calibri" pitchFamily="34" charset="-120"/>
              </a:rPr>
              <a:t>R40 p.69; R40 p.70</a:t>
            </a:r>
            <a:endParaRPr lang="en-US" sz="1050" dirty="0"/>
          </a:p>
        </p:txBody>
      </p:sp>
      <p:sp>
        <p:nvSpPr>
          <p:cNvPr id="3" name="Text 1"/>
          <p:cNvSpPr/>
          <p:nvPr/>
        </p:nvSpPr>
        <p:spPr>
          <a:xfrm>
            <a:off x="548640" y="292608"/>
            <a:ext cx="11094415" cy="731520"/>
          </a:xfrm>
          <a:prstGeom prst="rect">
            <a:avLst/>
          </a:prstGeom>
          <a:noFill/>
          <a:ln/>
        </p:spPr>
        <p:txBody>
          <a:bodyPr wrap="square" lIns="0" tIns="0" rIns="0" bIns="0" rtlCol="0" anchor="b"/>
          <a:lstStyle/>
          <a:p>
            <a:pPr indent="0" marL="0">
              <a:buNone/>
            </a:pPr>
            <a:r>
              <a:rPr lang="en-US" sz="3000" b="1" dirty="0">
                <a:solidFill>
                  <a:srgbClr val="18202D"/>
                </a:solidFill>
                <a:latin typeface="Calibri" pitchFamily="34" charset="0"/>
                <a:ea typeface="Calibri" pitchFamily="34" charset="-122"/>
                <a:cs typeface="Calibri" pitchFamily="34" charset="-120"/>
              </a:rPr>
              <a:t>The closest professional analogy: the SRR</a:t>
            </a:r>
            <a:endParaRPr lang="en-US" sz="3000" dirty="0"/>
          </a:p>
        </p:txBody>
      </p:sp>
      <p:sp>
        <p:nvSpPr>
          <p:cNvPr id="4" name="Text 2"/>
          <p:cNvSpPr/>
          <p:nvPr/>
        </p:nvSpPr>
        <p:spPr>
          <a:xfrm>
            <a:off x="548640" y="1280160"/>
            <a:ext cx="11094415" cy="2070608"/>
          </a:xfrm>
          <a:prstGeom prst="rect">
            <a:avLst/>
          </a:prstGeom>
          <a:noFill/>
          <a:ln/>
        </p:spPr>
        <p:txBody>
          <a:bodyPr wrap="square" lIns="25400" tIns="25400" rIns="25400" bIns="25400" rtlCol="0" anchor="t"/>
          <a:lstStyle/>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Requirements consistent with technology maturation plans</a:t>
            </a:r>
            <a:endParaRPr lang="en-US" sz="2000" dirty="0"/>
          </a:p>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Clearly stated, measurable and testable</a:t>
            </a:r>
            <a:endParaRPr lang="en-US" sz="2000" dirty="0"/>
          </a:p>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Traceable in both directions</a:t>
            </a:r>
            <a:endParaRPr lang="en-US" sz="2000" dirty="0"/>
          </a:p>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Verification methods for all; risks with mitigation plans</a:t>
            </a:r>
            <a:endParaRPr lang="en-US" sz="2000" dirty="0"/>
          </a:p>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All interfaces documented</a:t>
            </a:r>
            <a:endParaRPr lang="en-US" sz="2000" dirty="0"/>
          </a:p>
        </p:txBody>
      </p:sp>
      <p:sp>
        <p:nvSpPr>
          <p:cNvPr id="5" name="Shape 3"/>
          <p:cNvSpPr/>
          <p:nvPr/>
        </p:nvSpPr>
        <p:spPr>
          <a:xfrm>
            <a:off x="548640" y="3515360"/>
            <a:ext cx="11094415" cy="793750"/>
          </a:xfrm>
          <a:prstGeom prst="roundRect">
            <a:avLst>
              <a:gd name="adj" fmla="val 6912"/>
            </a:avLst>
          </a:prstGeom>
          <a:solidFill>
            <a:srgbClr val="FBEFD9"/>
          </a:solidFill>
          <a:ln w="12700">
            <a:solidFill>
              <a:srgbClr val="8A5200"/>
            </a:solidFill>
            <a:prstDash val="solid"/>
          </a:ln>
        </p:spPr>
      </p:sp>
      <p:sp>
        <p:nvSpPr>
          <p:cNvPr id="6" name="Text 4"/>
          <p:cNvSpPr/>
          <p:nvPr/>
        </p:nvSpPr>
        <p:spPr>
          <a:xfrm>
            <a:off x="685800" y="3515360"/>
            <a:ext cx="10820095" cy="793750"/>
          </a:xfrm>
          <a:prstGeom prst="rect">
            <a:avLst/>
          </a:prstGeom>
          <a:noFill/>
          <a:ln/>
        </p:spPr>
        <p:txBody>
          <a:bodyPr wrap="square" lIns="38100" tIns="38100" rIns="38100" bIns="38100" rtlCol="0" anchor="ctr"/>
          <a:lstStyle/>
          <a:p>
            <a:pPr indent="0" marL="0">
              <a:buNone/>
            </a:pPr>
            <a:r>
              <a:rPr lang="en-US" sz="1200" b="1" spc="100" kern="0" dirty="0">
                <a:solidFill>
                  <a:srgbClr val="18202D"/>
                </a:solidFill>
                <a:latin typeface="Calibri" pitchFamily="34" charset="0"/>
                <a:ea typeface="Calibri" pitchFamily="34" charset="-122"/>
                <a:cs typeface="Calibri" pitchFamily="34" charset="-120"/>
              </a:rPr>
              <a:t>COURSE ANALOGY</a:t>
            </a:r>
            <a:endParaRPr lang="en-US" sz="1200" dirty="0"/>
          </a:p>
          <a:p>
            <a:pPr indent="0" marL="0">
              <a:buNone/>
            </a:pPr>
            <a:r>
              <a:rPr lang="en-US" sz="1700" dirty="0">
                <a:solidFill>
                  <a:srgbClr val="18202D"/>
                </a:solidFill>
                <a:latin typeface="Calibri" pitchFamily="34" charset="0"/>
                <a:ea typeface="Calibri" pitchFamily="34" charset="-122"/>
                <a:cs typeface="Calibri" pitchFamily="34" charset="-120"/>
              </a:rPr>
              <a:t>The Phase I review borrows these questions. It sets no contractual baseline.</a:t>
            </a:r>
            <a:endParaRPr lang="en-US" sz="1200" dirty="0"/>
          </a:p>
        </p:txBody>
      </p:sp>
      <p:sp>
        <p:nvSpPr>
          <p:cNvPr id="25" name="Slide Number Placeholder 0"/>
          <p:cNvSpPr>
            <a:spLocks noGrp="1"/>
          </p:cNvSpPr>
          <p:nvPr>
            <p:ph type="sldNum" sz="quarter" idx="4294967295"/>
          </p:nvPr>
        </p:nvSpPr>
        <p:spPr>
          <a:xfrm>
            <a:off x="10728655" y="6400800"/>
            <a:ext cx="91440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18202D"/>
                </a:solidFill>
                <a:latin typeface="Calibri"/>
                <a:ea typeface="Calibri"/>
                <a:cs typeface="Calibri"/>
              </a:defRPr>
            </a:lvl1pPr>
          </a:lstStyle>
          <a:p>
            <a:pPr algn="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548640" y="292608"/>
            <a:ext cx="11094415" cy="731520"/>
          </a:xfrm>
          <a:prstGeom prst="rect">
            <a:avLst/>
          </a:prstGeom>
          <a:noFill/>
          <a:ln/>
        </p:spPr>
        <p:txBody>
          <a:bodyPr wrap="square" lIns="0" tIns="0" rIns="0" bIns="0" rtlCol="0" anchor="b"/>
          <a:lstStyle/>
          <a:p>
            <a:pPr indent="0" marL="0">
              <a:buNone/>
            </a:pPr>
            <a:r>
              <a:rPr lang="en-US" sz="3000" b="1" dirty="0">
                <a:solidFill>
                  <a:srgbClr val="18202D"/>
                </a:solidFill>
                <a:latin typeface="Calibri" pitchFamily="34" charset="0"/>
                <a:ea typeface="Calibri" pitchFamily="34" charset="-122"/>
                <a:cs typeface="Calibri" pitchFamily="34" charset="-120"/>
              </a:rPr>
              <a:t>Ready for Week 8? The answer for AeroLink</a:t>
            </a:r>
            <a:endParaRPr lang="en-US" sz="3000" dirty="0"/>
          </a:p>
        </p:txBody>
      </p:sp>
      <p:sp>
        <p:nvSpPr>
          <p:cNvPr id="3" name="Text 1"/>
          <p:cNvSpPr/>
          <p:nvPr/>
        </p:nvSpPr>
        <p:spPr>
          <a:xfrm>
            <a:off x="548640" y="1280160"/>
            <a:ext cx="11094415" cy="1678432"/>
          </a:xfrm>
          <a:prstGeom prst="rect">
            <a:avLst/>
          </a:prstGeom>
          <a:noFill/>
          <a:ln/>
        </p:spPr>
        <p:txBody>
          <a:bodyPr wrap="square" lIns="25400" tIns="25400" rIns="25400" bIns="25400" rtlCol="0" anchor="t"/>
          <a:lstStyle/>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C: ready with conditions</a:t>
            </a:r>
            <a:endParaRPr lang="en-US" sz="2000" dirty="0"/>
          </a:p>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Every finding dispositioned; every open item owned</a:t>
            </a:r>
            <a:endParaRPr lang="en-US" sz="2000" dirty="0"/>
          </a:p>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Week 8 needs stable IDs, one name per ID, typed links</a:t>
            </a:r>
            <a:endParaRPr lang="en-US" sz="2000" dirty="0"/>
          </a:p>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Deferred items become the first modeling tasks</a:t>
            </a:r>
            <a:endParaRPr lang="en-US" sz="2000" dirty="0"/>
          </a:p>
        </p:txBody>
      </p:sp>
      <p:sp>
        <p:nvSpPr>
          <p:cNvPr id="25" name="Slide Number Placeholder 0"/>
          <p:cNvSpPr>
            <a:spLocks noGrp="1"/>
          </p:cNvSpPr>
          <p:nvPr>
            <p:ph type="sldNum" sz="quarter" idx="4294967295"/>
          </p:nvPr>
        </p:nvSpPr>
        <p:spPr>
          <a:xfrm>
            <a:off x="10728655" y="6400800"/>
            <a:ext cx="91440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18202D"/>
                </a:solidFill>
                <a:latin typeface="Calibri"/>
                <a:ea typeface="Calibri"/>
                <a:cs typeface="Calibri"/>
              </a:defRPr>
            </a:lvl1pPr>
          </a:lstStyle>
          <a:p>
            <a:pPr algn="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548640" y="292608"/>
            <a:ext cx="11094415" cy="731520"/>
          </a:xfrm>
          <a:prstGeom prst="rect">
            <a:avLst/>
          </a:prstGeom>
          <a:noFill/>
          <a:ln/>
        </p:spPr>
        <p:txBody>
          <a:bodyPr wrap="square" lIns="0" tIns="0" rIns="0" bIns="0" rtlCol="0" anchor="b"/>
          <a:lstStyle/>
          <a:p>
            <a:pPr indent="0" marL="0">
              <a:buNone/>
            </a:pPr>
            <a:r>
              <a:rPr lang="en-US" sz="3000" b="1" dirty="0">
                <a:solidFill>
                  <a:srgbClr val="18202D"/>
                </a:solidFill>
                <a:latin typeface="Calibri" pitchFamily="34" charset="0"/>
                <a:ea typeface="Calibri" pitchFamily="34" charset="-122"/>
                <a:cs typeface="Calibri" pitchFamily="34" charset="-120"/>
              </a:rPr>
              <a:t>Studio: load your six exports and read your audit</a:t>
            </a:r>
            <a:endParaRPr lang="en-US" sz="3000" dirty="0"/>
          </a:p>
        </p:txBody>
      </p:sp>
      <p:sp>
        <p:nvSpPr>
          <p:cNvPr id="3" name="Text 1"/>
          <p:cNvSpPr/>
          <p:nvPr/>
        </p:nvSpPr>
        <p:spPr>
          <a:xfrm>
            <a:off x="548640" y="1280160"/>
            <a:ext cx="11094415" cy="2070608"/>
          </a:xfrm>
          <a:prstGeom prst="rect">
            <a:avLst/>
          </a:prstGeom>
          <a:noFill/>
          <a:ln/>
        </p:spPr>
        <p:txBody>
          <a:bodyPr wrap="square" lIns="25400" tIns="25400" rIns="25400" bIns="25400" rtlCol="0" anchor="t"/>
          <a:lstStyle/>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Load your six exports into the package tool</a:t>
            </a:r>
            <a:endParaRPr lang="en-US" sz="2000" dirty="0"/>
          </a:p>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Read the coverage and every finding</a:t>
            </a:r>
            <a:endParaRPr lang="en-US" sz="2000" dirty="0"/>
          </a:p>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Re-export any stale week now if you can</a:t>
            </a:r>
            <a:endParaRPr lang="en-US" sz="2000" dirty="0"/>
          </a:p>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Disposition three findings: record or defer</a:t>
            </a:r>
            <a:endParaRPr lang="en-US" sz="2000" dirty="0"/>
          </a:p>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Name the owner of each package section</a:t>
            </a:r>
            <a:endParaRPr lang="en-US" sz="2000" dirty="0"/>
          </a:p>
        </p:txBody>
      </p:sp>
      <p:sp>
        <p:nvSpPr>
          <p:cNvPr id="25" name="Slide Number Placeholder 0"/>
          <p:cNvSpPr>
            <a:spLocks noGrp="1"/>
          </p:cNvSpPr>
          <p:nvPr>
            <p:ph type="sldNum" sz="quarter" idx="4294967295"/>
          </p:nvPr>
        </p:nvSpPr>
        <p:spPr>
          <a:xfrm>
            <a:off x="10728655" y="6400800"/>
            <a:ext cx="91440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18202D"/>
                </a:solidFill>
                <a:latin typeface="Calibri"/>
                <a:ea typeface="Calibri"/>
                <a:cs typeface="Calibri"/>
              </a:defRPr>
            </a:lvl1pPr>
          </a:lstStyle>
          <a:p>
            <a:pPr algn="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548640" y="292608"/>
            <a:ext cx="11094415" cy="731520"/>
          </a:xfrm>
          <a:prstGeom prst="rect">
            <a:avLst/>
          </a:prstGeom>
          <a:noFill/>
          <a:ln/>
        </p:spPr>
        <p:txBody>
          <a:bodyPr wrap="square" lIns="0" tIns="0" rIns="0" bIns="0" rtlCol="0" anchor="b"/>
          <a:lstStyle/>
          <a:p>
            <a:pPr indent="0" marL="0">
              <a:buNone/>
            </a:pPr>
            <a:r>
              <a:rPr lang="en-US" sz="3000" b="1" dirty="0">
                <a:solidFill>
                  <a:srgbClr val="18202D"/>
                </a:solidFill>
                <a:latin typeface="Calibri" pitchFamily="34" charset="0"/>
                <a:ea typeface="Calibri" pitchFamily="34" charset="-122"/>
                <a:cs typeface="Calibri" pitchFamily="34" charset="-120"/>
              </a:rPr>
              <a:t>Before Session 2</a:t>
            </a:r>
            <a:endParaRPr lang="en-US" sz="3000" dirty="0"/>
          </a:p>
        </p:txBody>
      </p:sp>
      <p:sp>
        <p:nvSpPr>
          <p:cNvPr id="3" name="Text 1"/>
          <p:cNvSpPr/>
          <p:nvPr/>
        </p:nvSpPr>
        <p:spPr>
          <a:xfrm>
            <a:off x="548640" y="1280160"/>
            <a:ext cx="11094415" cy="1678432"/>
          </a:xfrm>
          <a:prstGeom prst="rect">
            <a:avLst/>
          </a:prstGeom>
          <a:noFill/>
          <a:ln/>
        </p:spPr>
        <p:txBody>
          <a:bodyPr wrap="square" lIns="25400" tIns="25400" rIns="25400" bIns="25400" rtlCol="0" anchor="t"/>
          <a:lstStyle/>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Package index and readiness report: 24 h before Session 2</a:t>
            </a:r>
            <a:endParaRPr lang="en-US" sz="2000" dirty="0"/>
          </a:p>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Peer pairings and review order: posted today</a:t>
            </a:r>
            <a:endParaRPr lang="en-US" sz="2000" dirty="0"/>
          </a:p>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Each reviewer: read your sections, write at least two RIDs</a:t>
            </a:r>
            <a:endParaRPr lang="en-US" sz="2000" dirty="0"/>
          </a:p>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Session 2: how to defend, then the review</a:t>
            </a:r>
            <a:endParaRPr lang="en-US" sz="2000" dirty="0"/>
          </a:p>
        </p:txBody>
      </p:sp>
      <p:sp>
        <p:nvSpPr>
          <p:cNvPr id="25" name="Slide Number Placeholder 0"/>
          <p:cNvSpPr>
            <a:spLocks noGrp="1"/>
          </p:cNvSpPr>
          <p:nvPr>
            <p:ph type="sldNum" sz="quarter" idx="4294967295"/>
          </p:nvPr>
        </p:nvSpPr>
        <p:spPr>
          <a:xfrm>
            <a:off x="10728655" y="6400800"/>
            <a:ext cx="91440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18202D"/>
                </a:solidFill>
                <a:latin typeface="Calibri"/>
                <a:ea typeface="Calibri"/>
                <a:cs typeface="Calibri"/>
              </a:defRPr>
            </a:lvl1pPr>
          </a:lstStyle>
          <a:p>
            <a:pPr algn="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548640" y="292608"/>
            <a:ext cx="11094415" cy="731520"/>
          </a:xfrm>
          <a:prstGeom prst="rect">
            <a:avLst/>
          </a:prstGeom>
          <a:noFill/>
          <a:ln/>
        </p:spPr>
        <p:txBody>
          <a:bodyPr wrap="square" lIns="0" tIns="0" rIns="0" bIns="0" rtlCol="0" anchor="b"/>
          <a:lstStyle/>
          <a:p>
            <a:pPr indent="0" marL="0">
              <a:buNone/>
            </a:pPr>
            <a:r>
              <a:rPr lang="en-US" sz="3000" b="1" dirty="0">
                <a:solidFill>
                  <a:srgbClr val="18202D"/>
                </a:solidFill>
                <a:latin typeface="Calibri" pitchFamily="34" charset="0"/>
                <a:ea typeface="Calibri" pitchFamily="34" charset="-122"/>
                <a:cs typeface="Calibri" pitchFamily="34" charset="-120"/>
              </a:rPr>
              <a:t>References and credits</a:t>
            </a:r>
            <a:endParaRPr lang="en-US" sz="3000" dirty="0"/>
          </a:p>
        </p:txBody>
      </p:sp>
      <p:sp>
        <p:nvSpPr>
          <p:cNvPr id="3" name="Text 1"/>
          <p:cNvSpPr/>
          <p:nvPr/>
        </p:nvSpPr>
        <p:spPr>
          <a:xfrm>
            <a:off x="548640" y="1280160"/>
            <a:ext cx="3413053" cy="4846320"/>
          </a:xfrm>
          <a:prstGeom prst="rect">
            <a:avLst/>
          </a:prstGeom>
          <a:noFill/>
          <a:ln/>
        </p:spPr>
        <p:txBody>
          <a:bodyPr wrap="square" lIns="25400" tIns="25400" rIns="25400" bIns="25400" rtlCol="0" anchor="t"/>
          <a:lstStyle/>
          <a:p>
            <a:pPr indent="0" marL="0">
              <a:spcAft>
                <a:spcPts val="200"/>
              </a:spcAft>
              <a:buNone/>
            </a:pPr>
            <a:r>
              <a:rPr lang="en-US" sz="1200" dirty="0">
                <a:solidFill>
                  <a:srgbClr val="18202D"/>
                </a:solidFill>
                <a:latin typeface="Calibri" pitchFamily="34" charset="0"/>
                <a:ea typeface="Calibri" pitchFamily="34" charset="-122"/>
                <a:cs typeface="Calibri" pitchFamily="34" charset="-120"/>
              </a:rPr>
              <a:t>R06c · SEBoK v2.14 (2026), “Technical Reviews and Audits”, p.386–388</a:t>
            </a:r>
            <a:endParaRPr lang="en-US" sz="1200" dirty="0"/>
          </a:p>
          <a:p>
            <a:pPr indent="0" marL="0">
              <a:spcAft>
                <a:spcPts val="200"/>
              </a:spcAft>
              <a:buNone/>
            </a:pPr>
            <a:r>
              <a:rPr lang="en-US" sz="1200" dirty="0">
                <a:solidFill>
                  <a:srgbClr val="18202D"/>
                </a:solidFill>
                <a:latin typeface="Calibri" pitchFamily="34" charset="0"/>
                <a:ea typeface="Calibri" pitchFamily="34" charset="-122"/>
                <a:cs typeface="Calibri" pitchFamily="34" charset="-120"/>
              </a:rPr>
              <a:t>R13 · SEBoK v2.14 (2026), “System Requirements Definition”, p.565–566</a:t>
            </a:r>
            <a:endParaRPr lang="en-US" sz="1200" dirty="0"/>
          </a:p>
          <a:p>
            <a:pPr indent="0" marL="0">
              <a:spcAft>
                <a:spcPts val="200"/>
              </a:spcAft>
              <a:buNone/>
            </a:pPr>
            <a:r>
              <a:rPr lang="en-US" sz="1200" dirty="0">
                <a:solidFill>
                  <a:srgbClr val="18202D"/>
                </a:solidFill>
                <a:latin typeface="Calibri" pitchFamily="34" charset="0"/>
                <a:ea typeface="Calibri" pitchFamily="34" charset="-122"/>
                <a:cs typeface="Calibri" pitchFamily="34" charset="-120"/>
              </a:rPr>
              <a:t>R18 · SEBoK v2.14 (2026), “Decision Management”, p.473–474</a:t>
            </a:r>
            <a:endParaRPr lang="en-US" sz="1200" dirty="0"/>
          </a:p>
          <a:p>
            <a:pPr indent="0" marL="0">
              <a:spcAft>
                <a:spcPts val="200"/>
              </a:spcAft>
              <a:buNone/>
            </a:pPr>
            <a:r>
              <a:rPr lang="en-US" sz="1200" dirty="0">
                <a:solidFill>
                  <a:srgbClr val="18202D"/>
                </a:solidFill>
                <a:latin typeface="Calibri" pitchFamily="34" charset="0"/>
                <a:ea typeface="Calibri" pitchFamily="34" charset="-122"/>
                <a:cs typeface="Calibri" pitchFamily="34" charset="-120"/>
              </a:rPr>
              <a:t>R36 · SEBoK v2.14 (2026), “Configuration Baselines”, p.498–499</a:t>
            </a:r>
            <a:endParaRPr lang="en-US" sz="1200" dirty="0"/>
          </a:p>
          <a:p>
            <a:pPr indent="0" marL="0">
              <a:spcAft>
                <a:spcPts val="200"/>
              </a:spcAft>
              <a:buNone/>
            </a:pPr>
            <a:r>
              <a:rPr lang="en-US" sz="1200" dirty="0">
                <a:solidFill>
                  <a:srgbClr val="18202D"/>
                </a:solidFill>
                <a:latin typeface="Calibri" pitchFamily="34" charset="0"/>
                <a:ea typeface="Calibri" pitchFamily="34" charset="-122"/>
                <a:cs typeface="Calibri" pitchFamily="34" charset="-120"/>
              </a:rPr>
              <a:t>R40 · OUSD(R&amp;E) Systems Engineering Guidebook (2021/2022), “3.2 System Requirements Review”, p.69–70</a:t>
            </a:r>
            <a:endParaRPr lang="en-US" sz="1200" dirty="0"/>
          </a:p>
        </p:txBody>
      </p:sp>
      <p:sp>
        <p:nvSpPr>
          <p:cNvPr id="4" name="Text 2"/>
          <p:cNvSpPr/>
          <p:nvPr/>
        </p:nvSpPr>
        <p:spPr>
          <a:xfrm>
            <a:off x="4236013" y="1280160"/>
            <a:ext cx="3413053" cy="4846320"/>
          </a:xfrm>
          <a:prstGeom prst="rect">
            <a:avLst/>
          </a:prstGeom>
          <a:noFill/>
          <a:ln/>
        </p:spPr>
        <p:txBody>
          <a:bodyPr wrap="square" lIns="25400" tIns="25400" rIns="25400" bIns="25400" rtlCol="0" anchor="t"/>
          <a:lstStyle/>
          <a:p>
            <a:pPr indent="0" marL="0">
              <a:spcAft>
                <a:spcPts val="200"/>
              </a:spcAft>
              <a:buNone/>
            </a:pPr>
            <a:r>
              <a:rPr lang="en-US" sz="1200" dirty="0">
                <a:solidFill>
                  <a:srgbClr val="18202D"/>
                </a:solidFill>
                <a:latin typeface="Calibri" pitchFamily="34" charset="0"/>
                <a:ea typeface="Calibri" pitchFamily="34" charset="-122"/>
                <a:cs typeface="Calibri" pitchFamily="34" charset="-120"/>
              </a:rPr>
              <a:t>R43 · OUSD(R&amp;E) Systems Engineering Guidebook (2021/2022), “Decision Analysis Process”, p.109–110</a:t>
            </a:r>
            <a:endParaRPr lang="en-US" sz="1200" dirty="0"/>
          </a:p>
          <a:p>
            <a:pPr indent="0" marL="0">
              <a:spcAft>
                <a:spcPts val="200"/>
              </a:spcAft>
              <a:buNone/>
            </a:pPr>
            <a:r>
              <a:rPr lang="en-US" sz="1200" dirty="0">
                <a:solidFill>
                  <a:srgbClr val="18202D"/>
                </a:solidFill>
                <a:latin typeface="Calibri" pitchFamily="34" charset="0"/>
                <a:ea typeface="Calibri" pitchFamily="34" charset="-122"/>
                <a:cs typeface="Calibri" pitchFamily="34" charset="-120"/>
              </a:rPr>
              <a:t>R44 · OUSD(R&amp;E) Systems Engineering Guidebook (2021/2022), “Technical Assessment Process”, p.111</a:t>
            </a:r>
            <a:endParaRPr lang="en-US" sz="1200" dirty="0"/>
          </a:p>
          <a:p>
            <a:pPr indent="0" marL="0">
              <a:spcAft>
                <a:spcPts val="200"/>
              </a:spcAft>
              <a:buNone/>
            </a:pPr>
            <a:r>
              <a:rPr lang="en-US" sz="1200" dirty="0">
                <a:solidFill>
                  <a:srgbClr val="18202D"/>
                </a:solidFill>
                <a:latin typeface="Calibri" pitchFamily="34" charset="0"/>
                <a:ea typeface="Calibri" pitchFamily="34" charset="-122"/>
                <a:cs typeface="Calibri" pitchFamily="34" charset="-120"/>
              </a:rPr>
              <a:t>R45 · OUSD(R&amp;E) Systems Engineering Guidebook (2021/2022), “Requirements Management Process”, p.118–119</a:t>
            </a:r>
            <a:endParaRPr lang="en-US" sz="1200" dirty="0"/>
          </a:p>
          <a:p>
            <a:pPr indent="0" marL="0">
              <a:spcAft>
                <a:spcPts val="200"/>
              </a:spcAft>
              <a:buNone/>
            </a:pPr>
            <a:r>
              <a:rPr lang="en-US" sz="1200" dirty="0">
                <a:solidFill>
                  <a:srgbClr val="18202D"/>
                </a:solidFill>
                <a:latin typeface="Calibri" pitchFamily="34" charset="0"/>
                <a:ea typeface="Calibri" pitchFamily="34" charset="-122"/>
                <a:cs typeface="Calibri" pitchFamily="34" charset="-120"/>
              </a:rPr>
              <a:t>R56 · The MITRE Systems Engineering Guide (2014), “Assess the Design”, p.387, 389</a:t>
            </a:r>
            <a:endParaRPr lang="en-US" sz="1200" dirty="0"/>
          </a:p>
        </p:txBody>
      </p:sp>
      <p:sp>
        <p:nvSpPr>
          <p:cNvPr id="5" name="Shape 3"/>
          <p:cNvSpPr/>
          <p:nvPr/>
        </p:nvSpPr>
        <p:spPr>
          <a:xfrm>
            <a:off x="7923386" y="1280160"/>
            <a:ext cx="54864" cy="4846320"/>
          </a:xfrm>
          <a:prstGeom prst="rect">
            <a:avLst/>
          </a:prstGeom>
          <a:solidFill>
            <a:srgbClr val="0F6E8C"/>
          </a:solidFill>
          <a:ln w="12700">
            <a:solidFill>
              <a:srgbClr val="0F6E8C"/>
            </a:solidFill>
            <a:prstDash val="solid"/>
          </a:ln>
        </p:spPr>
      </p:sp>
      <p:sp>
        <p:nvSpPr>
          <p:cNvPr id="6" name="Text 4"/>
          <p:cNvSpPr/>
          <p:nvPr/>
        </p:nvSpPr>
        <p:spPr>
          <a:xfrm>
            <a:off x="8060546" y="1280160"/>
            <a:ext cx="3582509" cy="4846320"/>
          </a:xfrm>
          <a:prstGeom prst="rect">
            <a:avLst/>
          </a:prstGeom>
          <a:noFill/>
          <a:ln/>
        </p:spPr>
        <p:txBody>
          <a:bodyPr wrap="square" lIns="25400" tIns="25400" rIns="25400" bIns="25400" rtlCol="0" anchor="t"/>
          <a:lstStyle/>
          <a:p>
            <a:pPr indent="0" marL="0">
              <a:buNone/>
            </a:pPr>
            <a:r>
              <a:rPr lang="en-US" sz="1200" b="1" spc="100" kern="0" dirty="0">
                <a:solidFill>
                  <a:srgbClr val="18202D"/>
                </a:solidFill>
                <a:latin typeface="Calibri" pitchFamily="34" charset="0"/>
                <a:ea typeface="Calibri" pitchFamily="34" charset="-122"/>
                <a:cs typeface="Calibri" pitchFamily="34" charset="-120"/>
              </a:rPr>
              <a:t>CREDITS AND LICENSES</a:t>
            </a:r>
            <a:endParaRPr lang="en-US" sz="1200" dirty="0"/>
          </a:p>
          <a:p>
            <a:pPr marL="152400" indent="-152400">
              <a:spcBef>
                <a:spcPts val="400"/>
              </a:spcBef>
              <a:buSzPct val="100000"/>
              <a:buChar char="■"/>
            </a:pPr>
            <a:r>
              <a:rPr lang="en-US" sz="1200" dirty="0">
                <a:solidFill>
                  <a:srgbClr val="18202D"/>
                </a:solidFill>
                <a:latin typeface="Calibri" pitchFamily="34" charset="0"/>
                <a:ea typeface="Calibri" pitchFamily="34" charset="-122"/>
                <a:cs typeface="Calibri" pitchFamily="34" charset="-120"/>
              </a:rPr>
              <a:t>SEBoK v2.14: “This material is used under a Creative Commons Attribution-NonCommercial ShareAlike 3.0 Unported License from The Trustees of the Stevens Institute of Technology.” (SEBoK, “Bkcase Wiki:Copyright”, PDF p.31). Quotations are short and cited; no SEBoK figure or table is reproduced.</a:t>
            </a:r>
            <a:endParaRPr lang="en-US" sz="1200" dirty="0"/>
          </a:p>
          <a:p>
            <a:pPr marL="152400" indent="-152400">
              <a:spcBef>
                <a:spcPts val="400"/>
              </a:spcBef>
              <a:buSzPct val="100000"/>
              <a:buChar char="■"/>
            </a:pPr>
            <a:r>
              <a:rPr lang="en-US" sz="1200" dirty="0">
                <a:solidFill>
                  <a:srgbClr val="18202D"/>
                </a:solidFill>
                <a:latin typeface="Calibri" pitchFamily="34" charset="0"/>
                <a:ea typeface="Calibri" pitchFamily="34" charset="-122"/>
                <a:cs typeface="Calibri" pitchFamily="34" charset="-120"/>
              </a:rPr>
              <a:t>OUSD(R&amp;E) Systems Engineering Guidebook: Distribution Statement A. Approved for public release. Distribution is unlimited.</a:t>
            </a:r>
            <a:endParaRPr lang="en-US" sz="1200" dirty="0"/>
          </a:p>
          <a:p>
            <a:pPr marL="152400" indent="-152400">
              <a:spcBef>
                <a:spcPts val="400"/>
              </a:spcBef>
              <a:buSzPct val="100000"/>
              <a:buChar char="■"/>
            </a:pPr>
            <a:r>
              <a:rPr lang="en-US" sz="1200" dirty="0">
                <a:solidFill>
                  <a:srgbClr val="18202D"/>
                </a:solidFill>
                <a:latin typeface="Calibri" pitchFamily="34" charset="0"/>
                <a:ea typeface="Calibri" pitchFamily="34" charset="-122"/>
                <a:cs typeface="Calibri" pitchFamily="34" charset="-120"/>
              </a:rPr>
              <a:t>The MITRE Systems Engineering Guide: © 2014 by The MITRE Corporation. All rights reserved. Approved for public release; distribution unlimited (Case Numbers 10-4072 and 12-1089). Quoted briefly with attribution.</a:t>
            </a:r>
            <a:endParaRPr lang="en-US" sz="1200" dirty="0"/>
          </a:p>
          <a:p>
            <a:pPr marL="152400" indent="-152400">
              <a:spcBef>
                <a:spcPts val="400"/>
              </a:spcBef>
              <a:buSzPct val="100000"/>
              <a:buChar char="■"/>
            </a:pPr>
            <a:r>
              <a:rPr lang="en-US" sz="1200" dirty="0">
                <a:solidFill>
                  <a:srgbClr val="18202D"/>
                </a:solidFill>
                <a:latin typeface="Calibri" pitchFamily="34" charset="0"/>
                <a:ea typeface="Calibri" pitchFamily="34" charset="-122"/>
                <a:cs typeface="Calibri" pitchFamily="34" charset="-120"/>
              </a:rPr>
              <a:t>Figures are original drawings for this course; none redraws a figure from the sources.</a:t>
            </a:r>
            <a:endParaRPr lang="en-US" sz="1200" dirty="0"/>
          </a:p>
          <a:p>
            <a:pPr marL="152400" indent="-152400">
              <a:spcBef>
                <a:spcPts val="400"/>
              </a:spcBef>
              <a:buSzPct val="100000"/>
              <a:buChar char="■"/>
            </a:pPr>
            <a:r>
              <a:rPr lang="en-US" sz="1200" dirty="0">
                <a:solidFill>
                  <a:srgbClr val="18202D"/>
                </a:solidFill>
                <a:latin typeface="Calibri" pitchFamily="34" charset="0"/>
                <a:ea typeface="Calibri" pitchFamily="34" charset="-122"/>
                <a:cs typeface="Calibri" pitchFamily="34" charset="-120"/>
              </a:rPr>
              <a:t>AeroLink Urban Mobility is a fictional teaching case: every number, name and statement about it is a teaching value.</a:t>
            </a:r>
            <a:endParaRPr lang="en-US" sz="1200" dirty="0"/>
          </a:p>
        </p:txBody>
      </p:sp>
      <p:sp>
        <p:nvSpPr>
          <p:cNvPr id="25" name="Slide Number Placeholder 0"/>
          <p:cNvSpPr>
            <a:spLocks noGrp="1"/>
          </p:cNvSpPr>
          <p:nvPr>
            <p:ph type="sldNum" sz="quarter" idx="4294967295"/>
          </p:nvPr>
        </p:nvSpPr>
        <p:spPr>
          <a:xfrm>
            <a:off x="10728655" y="6400800"/>
            <a:ext cx="91440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18202D"/>
                </a:solidFill>
                <a:latin typeface="Calibri"/>
                <a:ea typeface="Calibri"/>
                <a:cs typeface="Calibri"/>
              </a:defRPr>
            </a:lvl1pPr>
          </a:lstStyle>
          <a:p>
            <a:pPr algn="r"/>
            <a:fld id="{F7021451-1387-4CA6-816F-3879F97B5CBC}" type="slidenum">
              <a:rPr b="1" lang="en-US"/>
              <a:t>22</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Wright State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Week 7, Session 1: Final Presentation</dc:title>
  <dc:subject>Systems Thinking and MBSE with SysML v2</dc:subject>
  <dc:creator>SysML Learning Studio (generated)</dc:creator>
  <cp:lastModifiedBy>SysML Learning Studio (generated)</cp:lastModifiedBy>
  <cp:revision>1</cp:revision>
  <dcterms:created xsi:type="dcterms:W3CDTF">2026-10-28T13:15:36Z</dcterms:created>
  <dcterms:modified xsi:type="dcterms:W3CDTF">2026-10-28T13:15:36Z</dcterms:modified>
</cp:coreProperties>
</file>