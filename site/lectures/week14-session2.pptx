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14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review slot: 9 minutes presented, at least 3 of them live in the model, then 3 minutes of individual questions; 5 slots in all.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p.388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Order, timing and what the panel looks for</a:t>
            </a:r>
            <a:endParaRPr lang="en-US" sz="1600" dirty="0"/>
          </a:p>
        </p:txBody>
      </p:sp>
      <p:pic>
        <p:nvPicPr>
          <p:cNvPr id="5" name="Image 0" descr="A horizontal bar of 12 minutes split into 9 minutes presented, with a band of at least 3 minutes marked live, and 3 minutes of questions. Below it 5 small slots in a row, labeled 1 to 5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7278"/>
            <a:ext cx="6379289" cy="372861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293689" y="155448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navigation of complete threads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decision and what would change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the model, not from memory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on their own elements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slot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9 min, at least 3 live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questions: 3 min, each on the member’s own elements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note one strength and one finding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slot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9 min, at least 3 live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questions: 3 min, each on the member’s own elements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note one strength and one finding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slot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9 min, at least 3 live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questions: 3 min, each on the member’s own elements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note one strength and one finding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slot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9 min, at least 3 live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questions: 3 min, each on the member’s own elements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note one strength and one finding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slot 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33856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minutes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Presentation: 9 min, at least 3 live in the model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questions: 3 min, each on the member’s own elements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note one strength and one finding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changed and what it did not: precision, consistency checks, traces and re-runnable analysis on one side; judgment, stakeholders and evidence on the other. Course illustration, not SysML v2 graphical notation.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 p.1383–1384; R83 p.168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 to model</a:t>
            </a:r>
            <a:endParaRPr lang="en-US" sz="3000" dirty="0"/>
          </a:p>
        </p:txBody>
      </p:sp>
      <p:pic>
        <p:nvPicPr>
          <p:cNvPr id="4" name="Image 0" descr="Two columns. Left, headed changed: precision; consistency checks; traces; re-runnable analysis. Right, headed unchanged: judgment; stakeholders; evidence from V&amp;V (verification and validation). Under both: a satisfy asserts; a verdict show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40118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Changed: precision, consistency checks, traces, re-runnable analysis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Unchanged: judgment, stakeholders, evidence from verification and validation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asserts; evidence shows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 p.1383–1384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6784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and review package: by the date on the course calendar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findings: disposition each one in the package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evaluation: within its window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 students: the model-based adoption memo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R06c · SEBoK v2.14 (2026), “Technical Reviews and Audits”, p.386–388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 · SEBoK v2.14 (2026), “Transitioning Systems Engineering to a Model-based Discipline”, p.1383–1384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R83 · OMG SysML v2.1 Beta 2, Part 1 (Release 2026-07), “7.21 Requirements”, p.168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2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14, Session 2: Final Presentation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2026-10-28T17:28:26Z</dcterms:created>
  <dcterms:modified xsi:type="dcterms:W3CDTF">2026-10-28T17:28:26Z</dcterms:modified>
</cp:coreProperties>
</file>